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83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7" r:id="rId19"/>
    <p:sldId id="278" r:id="rId20"/>
    <p:sldId id="272" r:id="rId21"/>
    <p:sldId id="274" r:id="rId22"/>
    <p:sldId id="275" r:id="rId23"/>
    <p:sldId id="279" r:id="rId24"/>
    <p:sldId id="280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3120F-5197-454F-A1CC-E459AEACE39A}" v="485" dt="2025-06-03T21:24:07.728"/>
    <p1510:client id="{32F8F057-44F4-4847-A2B3-551CB3636AD0}" v="750" dt="2025-06-02T22:05:11.852"/>
    <p1510:client id="{BA4C1F94-DFCF-4EF1-A882-F4E40B9A1BEE}" v="317" dt="2025-06-03T22:09:30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cheikhna@gmail.com" userId="bbc6b06264c87aa5" providerId="Windows Live" clId="Web-{2963120F-5197-454F-A1CC-E459AEACE39A}"/>
    <pc:docChg chg="addSld delSld modSld sldOrd">
      <pc:chgData name="mvcheikhna@gmail.com" userId="bbc6b06264c87aa5" providerId="Windows Live" clId="Web-{2963120F-5197-454F-A1CC-E459AEACE39A}" dt="2025-06-03T21:24:07.728" v="471" actId="20577"/>
      <pc:docMkLst>
        <pc:docMk/>
      </pc:docMkLst>
      <pc:sldChg chg="modSp">
        <pc:chgData name="mvcheikhna@gmail.com" userId="bbc6b06264c87aa5" providerId="Windows Live" clId="Web-{2963120F-5197-454F-A1CC-E459AEACE39A}" dt="2025-06-03T21:06:09.599" v="325" actId="20577"/>
        <pc:sldMkLst>
          <pc:docMk/>
          <pc:sldMk cId="2355592475" sldId="259"/>
        </pc:sldMkLst>
        <pc:spChg chg="mod">
          <ac:chgData name="mvcheikhna@gmail.com" userId="bbc6b06264c87aa5" providerId="Windows Live" clId="Web-{2963120F-5197-454F-A1CC-E459AEACE39A}" dt="2025-06-03T21:06:09.599" v="325" actId="20577"/>
          <ac:spMkLst>
            <pc:docMk/>
            <pc:sldMk cId="2355592475" sldId="259"/>
            <ac:spMk id="3" creationId="{0C130DDE-7FCB-36EC-C658-04625488367E}"/>
          </ac:spMkLst>
        </pc:spChg>
      </pc:sldChg>
      <pc:sldChg chg="modSp">
        <pc:chgData name="mvcheikhna@gmail.com" userId="bbc6b06264c87aa5" providerId="Windows Live" clId="Web-{2963120F-5197-454F-A1CC-E459AEACE39A}" dt="2025-06-03T17:20:48.172" v="14" actId="20577"/>
        <pc:sldMkLst>
          <pc:docMk/>
          <pc:sldMk cId="3337399458" sldId="260"/>
        </pc:sldMkLst>
        <pc:spChg chg="mod">
          <ac:chgData name="mvcheikhna@gmail.com" userId="bbc6b06264c87aa5" providerId="Windows Live" clId="Web-{2963120F-5197-454F-A1CC-E459AEACE39A}" dt="2025-06-03T17:20:48.172" v="14" actId="20577"/>
          <ac:spMkLst>
            <pc:docMk/>
            <pc:sldMk cId="3337399458" sldId="260"/>
            <ac:spMk id="3" creationId="{6A46BD9E-DD36-2ADA-93FF-589CE4624566}"/>
          </ac:spMkLst>
        </pc:spChg>
      </pc:sldChg>
      <pc:sldChg chg="addSp delSp modSp">
        <pc:chgData name="mvcheikhna@gmail.com" userId="bbc6b06264c87aa5" providerId="Windows Live" clId="Web-{2963120F-5197-454F-A1CC-E459AEACE39A}" dt="2025-06-03T17:56:01.423" v="304" actId="20577"/>
        <pc:sldMkLst>
          <pc:docMk/>
          <pc:sldMk cId="707859989" sldId="264"/>
        </pc:sldMkLst>
        <pc:spChg chg="add mod">
          <ac:chgData name="mvcheikhna@gmail.com" userId="bbc6b06264c87aa5" providerId="Windows Live" clId="Web-{2963120F-5197-454F-A1CC-E459AEACE39A}" dt="2025-06-03T17:56:01.423" v="304" actId="20577"/>
          <ac:spMkLst>
            <pc:docMk/>
            <pc:sldMk cId="707859989" sldId="264"/>
            <ac:spMk id="4" creationId="{546EDCEE-2E06-5B77-8A15-1371112E3480}"/>
          </ac:spMkLst>
        </pc:spChg>
        <pc:graphicFrameChg chg="del">
          <ac:chgData name="mvcheikhna@gmail.com" userId="bbc6b06264c87aa5" providerId="Windows Live" clId="Web-{2963120F-5197-454F-A1CC-E459AEACE39A}" dt="2025-06-03T17:50:03.303" v="94"/>
          <ac:graphicFrameMkLst>
            <pc:docMk/>
            <pc:sldMk cId="707859989" sldId="264"/>
            <ac:graphicFrameMk id="10" creationId="{94D73843-AABD-8073-4DC5-0ACE9DEB817B}"/>
          </ac:graphicFrameMkLst>
        </pc:graphicFrameChg>
      </pc:sldChg>
      <pc:sldChg chg="modSp">
        <pc:chgData name="mvcheikhna@gmail.com" userId="bbc6b06264c87aa5" providerId="Windows Live" clId="Web-{2963120F-5197-454F-A1CC-E459AEACE39A}" dt="2025-06-03T17:17:32.682" v="4" actId="20577"/>
        <pc:sldMkLst>
          <pc:docMk/>
          <pc:sldMk cId="207221800" sldId="268"/>
        </pc:sldMkLst>
        <pc:spChg chg="mod">
          <ac:chgData name="mvcheikhna@gmail.com" userId="bbc6b06264c87aa5" providerId="Windows Live" clId="Web-{2963120F-5197-454F-A1CC-E459AEACE39A}" dt="2025-06-03T17:17:32.682" v="4" actId="20577"/>
          <ac:spMkLst>
            <pc:docMk/>
            <pc:sldMk cId="207221800" sldId="268"/>
            <ac:spMk id="3" creationId="{9B324C3D-DF2F-FE8F-E363-2D901547940A}"/>
          </ac:spMkLst>
        </pc:spChg>
      </pc:sldChg>
      <pc:sldChg chg="modSp">
        <pc:chgData name="mvcheikhna@gmail.com" userId="bbc6b06264c87aa5" providerId="Windows Live" clId="Web-{2963120F-5197-454F-A1CC-E459AEACE39A}" dt="2025-06-03T17:13:46.910" v="2" actId="20577"/>
        <pc:sldMkLst>
          <pc:docMk/>
          <pc:sldMk cId="3851655292" sldId="269"/>
        </pc:sldMkLst>
        <pc:spChg chg="mod">
          <ac:chgData name="mvcheikhna@gmail.com" userId="bbc6b06264c87aa5" providerId="Windows Live" clId="Web-{2963120F-5197-454F-A1CC-E459AEACE39A}" dt="2025-06-03T17:13:46.910" v="2" actId="20577"/>
          <ac:spMkLst>
            <pc:docMk/>
            <pc:sldMk cId="3851655292" sldId="269"/>
            <ac:spMk id="3" creationId="{3A8AAEA9-8063-2F8D-62D3-F24FDA4CC145}"/>
          </ac:spMkLst>
        </pc:spChg>
      </pc:sldChg>
      <pc:sldChg chg="ord">
        <pc:chgData name="mvcheikhna@gmail.com" userId="bbc6b06264c87aa5" providerId="Windows Live" clId="Web-{2963120F-5197-454F-A1CC-E459AEACE39A}" dt="2025-06-03T17:44:25.152" v="74"/>
        <pc:sldMkLst>
          <pc:docMk/>
          <pc:sldMk cId="122641240" sldId="272"/>
        </pc:sldMkLst>
      </pc:sldChg>
      <pc:sldChg chg="modSp del">
        <pc:chgData name="mvcheikhna@gmail.com" userId="bbc6b06264c87aa5" providerId="Windows Live" clId="Web-{2963120F-5197-454F-A1CC-E459AEACE39A}" dt="2025-06-03T17:56:53.893" v="306"/>
        <pc:sldMkLst>
          <pc:docMk/>
          <pc:sldMk cId="1526377044" sldId="276"/>
        </pc:sldMkLst>
        <pc:spChg chg="mod">
          <ac:chgData name="mvcheikhna@gmail.com" userId="bbc6b06264c87aa5" providerId="Windows Live" clId="Web-{2963120F-5197-454F-A1CC-E459AEACE39A}" dt="2025-06-03T17:56:49.393" v="305" actId="20577"/>
          <ac:spMkLst>
            <pc:docMk/>
            <pc:sldMk cId="1526377044" sldId="276"/>
            <ac:spMk id="3" creationId="{BB5470EF-AEEE-7143-EB61-57511D855E94}"/>
          </ac:spMkLst>
        </pc:spChg>
      </pc:sldChg>
      <pc:sldChg chg="modSp add replId">
        <pc:chgData name="mvcheikhna@gmail.com" userId="bbc6b06264c87aa5" providerId="Windows Live" clId="Web-{2963120F-5197-454F-A1CC-E459AEACE39A}" dt="2025-06-03T17:43:41.572" v="72" actId="20577"/>
        <pc:sldMkLst>
          <pc:docMk/>
          <pc:sldMk cId="334429895" sldId="277"/>
        </pc:sldMkLst>
        <pc:spChg chg="mod">
          <ac:chgData name="mvcheikhna@gmail.com" userId="bbc6b06264c87aa5" providerId="Windows Live" clId="Web-{2963120F-5197-454F-A1CC-E459AEACE39A}" dt="2025-06-03T17:43:41.572" v="72" actId="20577"/>
          <ac:spMkLst>
            <pc:docMk/>
            <pc:sldMk cId="334429895" sldId="277"/>
            <ac:spMk id="3" creationId="{3039572A-2799-59BE-41F1-B2569D383BB2}"/>
          </ac:spMkLst>
        </pc:spChg>
      </pc:sldChg>
      <pc:sldChg chg="addSp modSp add del replId">
        <pc:chgData name="mvcheikhna@gmail.com" userId="bbc6b06264c87aa5" providerId="Windows Live" clId="Web-{2963120F-5197-454F-A1CC-E459AEACE39A}" dt="2025-06-03T17:41:15.490" v="50"/>
        <pc:sldMkLst>
          <pc:docMk/>
          <pc:sldMk cId="812875236" sldId="277"/>
        </pc:sldMkLst>
        <pc:spChg chg="add mod">
          <ac:chgData name="mvcheikhna@gmail.com" userId="bbc6b06264c87aa5" providerId="Windows Live" clId="Web-{2963120F-5197-454F-A1CC-E459AEACE39A}" dt="2025-06-03T17:41:12.396" v="49" actId="20577"/>
          <ac:spMkLst>
            <pc:docMk/>
            <pc:sldMk cId="812875236" sldId="277"/>
            <ac:spMk id="2" creationId="{B6F36364-B57D-E590-5FDA-92C17A8CB24C}"/>
          </ac:spMkLst>
        </pc:spChg>
        <pc:spChg chg="mod">
          <ac:chgData name="mvcheikhna@gmail.com" userId="bbc6b06264c87aa5" providerId="Windows Live" clId="Web-{2963120F-5197-454F-A1CC-E459AEACE39A}" dt="2025-06-03T17:41:03.693" v="46" actId="20577"/>
          <ac:spMkLst>
            <pc:docMk/>
            <pc:sldMk cId="812875236" sldId="277"/>
            <ac:spMk id="3" creationId="{79947090-AA02-5E5A-F573-684CB0058AEF}"/>
          </ac:spMkLst>
        </pc:spChg>
      </pc:sldChg>
      <pc:sldChg chg="modSp add replId">
        <pc:chgData name="mvcheikhna@gmail.com" userId="bbc6b06264c87aa5" providerId="Windows Live" clId="Web-{2963120F-5197-454F-A1CC-E459AEACE39A}" dt="2025-06-03T17:45:40.873" v="93" actId="20577"/>
        <pc:sldMkLst>
          <pc:docMk/>
          <pc:sldMk cId="1272746837" sldId="278"/>
        </pc:sldMkLst>
        <pc:spChg chg="mod">
          <ac:chgData name="mvcheikhna@gmail.com" userId="bbc6b06264c87aa5" providerId="Windows Live" clId="Web-{2963120F-5197-454F-A1CC-E459AEACE39A}" dt="2025-06-03T17:45:40.873" v="93" actId="20577"/>
          <ac:spMkLst>
            <pc:docMk/>
            <pc:sldMk cId="1272746837" sldId="278"/>
            <ac:spMk id="3" creationId="{26290489-D5D3-E310-9FEE-1857E753FA74}"/>
          </ac:spMkLst>
        </pc:spChg>
      </pc:sldChg>
      <pc:sldChg chg="modSp add replId">
        <pc:chgData name="mvcheikhna@gmail.com" userId="bbc6b06264c87aa5" providerId="Windows Live" clId="Web-{2963120F-5197-454F-A1CC-E459AEACE39A}" dt="2025-06-03T21:18:29.233" v="422" actId="20577"/>
        <pc:sldMkLst>
          <pc:docMk/>
          <pc:sldMk cId="2117472478" sldId="279"/>
        </pc:sldMkLst>
        <pc:spChg chg="mod">
          <ac:chgData name="mvcheikhna@gmail.com" userId="bbc6b06264c87aa5" providerId="Windows Live" clId="Web-{2963120F-5197-454F-A1CC-E459AEACE39A}" dt="2025-06-03T21:18:29.233" v="422" actId="20577"/>
          <ac:spMkLst>
            <pc:docMk/>
            <pc:sldMk cId="2117472478" sldId="279"/>
            <ac:spMk id="2" creationId="{A99F792D-3950-6288-D4CD-BECA2612BA28}"/>
          </ac:spMkLst>
        </pc:spChg>
      </pc:sldChg>
      <pc:sldChg chg="modSp add replId">
        <pc:chgData name="mvcheikhna@gmail.com" userId="bbc6b06264c87aa5" providerId="Windows Live" clId="Web-{2963120F-5197-454F-A1CC-E459AEACE39A}" dt="2025-06-03T21:24:07.728" v="471" actId="20577"/>
        <pc:sldMkLst>
          <pc:docMk/>
          <pc:sldMk cId="565207467" sldId="280"/>
        </pc:sldMkLst>
        <pc:spChg chg="mod">
          <ac:chgData name="mvcheikhna@gmail.com" userId="bbc6b06264c87aa5" providerId="Windows Live" clId="Web-{2963120F-5197-454F-A1CC-E459AEACE39A}" dt="2025-06-03T21:18:03.185" v="412" actId="20577"/>
          <ac:spMkLst>
            <pc:docMk/>
            <pc:sldMk cId="565207467" sldId="280"/>
            <ac:spMk id="2" creationId="{2CFE032C-2B19-DB6E-4C55-A1DEBA716C6A}"/>
          </ac:spMkLst>
        </pc:spChg>
        <pc:spChg chg="mod">
          <ac:chgData name="mvcheikhna@gmail.com" userId="bbc6b06264c87aa5" providerId="Windows Live" clId="Web-{2963120F-5197-454F-A1CC-E459AEACE39A}" dt="2025-06-03T21:24:07.728" v="471" actId="20577"/>
          <ac:spMkLst>
            <pc:docMk/>
            <pc:sldMk cId="565207467" sldId="280"/>
            <ac:spMk id="3" creationId="{B1982C34-7446-E5F7-D6EE-0BC78C2011C2}"/>
          </ac:spMkLst>
        </pc:spChg>
      </pc:sldChg>
    </pc:docChg>
  </pc:docChgLst>
  <pc:docChgLst>
    <pc:chgData name="mvcheikhna@gmail.com" userId="bbc6b06264c87aa5" providerId="Windows Live" clId="Web-{BA4C1F94-DFCF-4EF1-A882-F4E40B9A1BEE}"/>
    <pc:docChg chg="addSld delSld modSld">
      <pc:chgData name="mvcheikhna@gmail.com" userId="bbc6b06264c87aa5" providerId="Windows Live" clId="Web-{BA4C1F94-DFCF-4EF1-A882-F4E40B9A1BEE}" dt="2025-06-03T22:09:30.863" v="307" actId="20577"/>
      <pc:docMkLst>
        <pc:docMk/>
      </pc:docMkLst>
      <pc:sldChg chg="modSp mod modClrScheme chgLayout">
        <pc:chgData name="mvcheikhna@gmail.com" userId="bbc6b06264c87aa5" providerId="Windows Live" clId="Web-{BA4C1F94-DFCF-4EF1-A882-F4E40B9A1BEE}" dt="2025-06-03T21:59:43.496" v="184" actId="20577"/>
        <pc:sldMkLst>
          <pc:docMk/>
          <pc:sldMk cId="109857222" sldId="256"/>
        </pc:sldMkLst>
        <pc:spChg chg="mod ord">
          <ac:chgData name="mvcheikhna@gmail.com" userId="bbc6b06264c87aa5" providerId="Windows Live" clId="Web-{BA4C1F94-DFCF-4EF1-A882-F4E40B9A1BEE}" dt="2025-06-03T21:59:43.496" v="184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vcheikhna@gmail.com" userId="bbc6b06264c87aa5" providerId="Windows Live" clId="Web-{BA4C1F94-DFCF-4EF1-A882-F4E40B9A1BEE}" dt="2025-06-03T21:59:34.839" v="174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mvcheikhna@gmail.com" userId="bbc6b06264c87aa5" providerId="Windows Live" clId="Web-{BA4C1F94-DFCF-4EF1-A882-F4E40B9A1BEE}" dt="2025-06-03T21:50:56.055" v="159" actId="1076"/>
        <pc:sldMkLst>
          <pc:docMk/>
          <pc:sldMk cId="1627591890" sldId="266"/>
        </pc:sldMkLst>
        <pc:spChg chg="mod">
          <ac:chgData name="mvcheikhna@gmail.com" userId="bbc6b06264c87aa5" providerId="Windows Live" clId="Web-{BA4C1F94-DFCF-4EF1-A882-F4E40B9A1BEE}" dt="2025-06-03T21:50:56.055" v="159" actId="1076"/>
          <ac:spMkLst>
            <pc:docMk/>
            <pc:sldMk cId="1627591890" sldId="266"/>
            <ac:spMk id="2" creationId="{5B846299-BF2B-E330-35F1-F50CAEDCD7F3}"/>
          </ac:spMkLst>
        </pc:spChg>
      </pc:sldChg>
      <pc:sldChg chg="modSp">
        <pc:chgData name="mvcheikhna@gmail.com" userId="bbc6b06264c87aa5" providerId="Windows Live" clId="Web-{BA4C1F94-DFCF-4EF1-A882-F4E40B9A1BEE}" dt="2025-06-03T22:09:30.863" v="307" actId="20577"/>
        <pc:sldMkLst>
          <pc:docMk/>
          <pc:sldMk cId="334429895" sldId="277"/>
        </pc:sldMkLst>
        <pc:spChg chg="mod">
          <ac:chgData name="mvcheikhna@gmail.com" userId="bbc6b06264c87aa5" providerId="Windows Live" clId="Web-{BA4C1F94-DFCF-4EF1-A882-F4E40B9A1BEE}" dt="2025-06-03T22:09:30.863" v="307" actId="20577"/>
          <ac:spMkLst>
            <pc:docMk/>
            <pc:sldMk cId="334429895" sldId="277"/>
            <ac:spMk id="3" creationId="{3039572A-2799-59BE-41F1-B2569D383BB2}"/>
          </ac:spMkLst>
        </pc:spChg>
      </pc:sldChg>
      <pc:sldChg chg="modSp">
        <pc:chgData name="mvcheikhna@gmail.com" userId="bbc6b06264c87aa5" providerId="Windows Live" clId="Web-{BA4C1F94-DFCF-4EF1-A882-F4E40B9A1BEE}" dt="2025-06-03T21:47:14.970" v="154" actId="1076"/>
        <pc:sldMkLst>
          <pc:docMk/>
          <pc:sldMk cId="2117472478" sldId="279"/>
        </pc:sldMkLst>
        <pc:spChg chg="mod">
          <ac:chgData name="mvcheikhna@gmail.com" userId="bbc6b06264c87aa5" providerId="Windows Live" clId="Web-{BA4C1F94-DFCF-4EF1-A882-F4E40B9A1BEE}" dt="2025-06-03T21:47:14.970" v="154" actId="1076"/>
          <ac:spMkLst>
            <pc:docMk/>
            <pc:sldMk cId="2117472478" sldId="279"/>
            <ac:spMk id="2" creationId="{A99F792D-3950-6288-D4CD-BECA2612BA28}"/>
          </ac:spMkLst>
        </pc:spChg>
      </pc:sldChg>
      <pc:sldChg chg="addSp modSp">
        <pc:chgData name="mvcheikhna@gmail.com" userId="bbc6b06264c87aa5" providerId="Windows Live" clId="Web-{BA4C1F94-DFCF-4EF1-A882-F4E40B9A1BEE}" dt="2025-06-03T21:46:44.781" v="147" actId="20577"/>
        <pc:sldMkLst>
          <pc:docMk/>
          <pc:sldMk cId="565207467" sldId="280"/>
        </pc:sldMkLst>
        <pc:spChg chg="mod">
          <ac:chgData name="mvcheikhna@gmail.com" userId="bbc6b06264c87aa5" providerId="Windows Live" clId="Web-{BA4C1F94-DFCF-4EF1-A882-F4E40B9A1BEE}" dt="2025-06-03T21:46:44.781" v="147" actId="20577"/>
          <ac:spMkLst>
            <pc:docMk/>
            <pc:sldMk cId="565207467" sldId="280"/>
            <ac:spMk id="2" creationId="{2CFE032C-2B19-DB6E-4C55-A1DEBA716C6A}"/>
          </ac:spMkLst>
        </pc:spChg>
        <pc:spChg chg="mod">
          <ac:chgData name="mvcheikhna@gmail.com" userId="bbc6b06264c87aa5" providerId="Windows Live" clId="Web-{BA4C1F94-DFCF-4EF1-A882-F4E40B9A1BEE}" dt="2025-06-03T21:33:25.641" v="5" actId="20577"/>
          <ac:spMkLst>
            <pc:docMk/>
            <pc:sldMk cId="565207467" sldId="280"/>
            <ac:spMk id="3" creationId="{B1982C34-7446-E5F7-D6EE-0BC78C2011C2}"/>
          </ac:spMkLst>
        </pc:spChg>
        <pc:picChg chg="add mod">
          <ac:chgData name="mvcheikhna@gmail.com" userId="bbc6b06264c87aa5" providerId="Windows Live" clId="Web-{BA4C1F94-DFCF-4EF1-A882-F4E40B9A1BEE}" dt="2025-06-03T21:33:29.781" v="7" actId="1076"/>
          <ac:picMkLst>
            <pc:docMk/>
            <pc:sldMk cId="565207467" sldId="280"/>
            <ac:picMk id="4" creationId="{4D2FF6BF-E485-F944-DBCD-15AFF6E452C9}"/>
          </ac:picMkLst>
        </pc:picChg>
      </pc:sldChg>
      <pc:sldChg chg="new del">
        <pc:chgData name="mvcheikhna@gmail.com" userId="bbc6b06264c87aa5" providerId="Windows Live" clId="Web-{BA4C1F94-DFCF-4EF1-A882-F4E40B9A1BEE}" dt="2025-06-03T21:44:34.448" v="143"/>
        <pc:sldMkLst>
          <pc:docMk/>
          <pc:sldMk cId="3015108124" sldId="281"/>
        </pc:sldMkLst>
      </pc:sldChg>
      <pc:sldChg chg="addSp delSp modSp add replId">
        <pc:chgData name="mvcheikhna@gmail.com" userId="bbc6b06264c87aa5" providerId="Windows Live" clId="Web-{BA4C1F94-DFCF-4EF1-A882-F4E40B9A1BEE}" dt="2025-06-03T21:44:51.949" v="144" actId="20577"/>
        <pc:sldMkLst>
          <pc:docMk/>
          <pc:sldMk cId="1602814845" sldId="282"/>
        </pc:sldMkLst>
        <pc:spChg chg="mod">
          <ac:chgData name="mvcheikhna@gmail.com" userId="bbc6b06264c87aa5" providerId="Windows Live" clId="Web-{BA4C1F94-DFCF-4EF1-A882-F4E40B9A1BEE}" dt="2025-06-03T21:44:51.949" v="144" actId="20577"/>
          <ac:spMkLst>
            <pc:docMk/>
            <pc:sldMk cId="1602814845" sldId="282"/>
            <ac:spMk id="2" creationId="{7F3FC6C2-7E6F-DFE2-178B-BA2FF8E7A372}"/>
          </ac:spMkLst>
        </pc:spChg>
        <pc:spChg chg="mod">
          <ac:chgData name="mvcheikhna@gmail.com" userId="bbc6b06264c87aa5" providerId="Windows Live" clId="Web-{BA4C1F94-DFCF-4EF1-A882-F4E40B9A1BEE}" dt="2025-06-03T21:44:28.323" v="142" actId="20577"/>
          <ac:spMkLst>
            <pc:docMk/>
            <pc:sldMk cId="1602814845" sldId="282"/>
            <ac:spMk id="3" creationId="{174FC8E6-0295-42CD-424E-94DA238EC8E3}"/>
          </ac:spMkLst>
        </pc:spChg>
        <pc:picChg chg="del">
          <ac:chgData name="mvcheikhna@gmail.com" userId="bbc6b06264c87aa5" providerId="Windows Live" clId="Web-{BA4C1F94-DFCF-4EF1-A882-F4E40B9A1BEE}" dt="2025-06-03T21:35:50.664" v="23"/>
          <ac:picMkLst>
            <pc:docMk/>
            <pc:sldMk cId="1602814845" sldId="282"/>
            <ac:picMk id="4" creationId="{A364AB51-75AE-7751-8889-84110357BE71}"/>
          </ac:picMkLst>
        </pc:picChg>
        <pc:picChg chg="add del mod">
          <ac:chgData name="mvcheikhna@gmail.com" userId="bbc6b06264c87aa5" providerId="Windows Live" clId="Web-{BA4C1F94-DFCF-4EF1-A882-F4E40B9A1BEE}" dt="2025-06-03T21:41:18.145" v="81"/>
          <ac:picMkLst>
            <pc:docMk/>
            <pc:sldMk cId="1602814845" sldId="282"/>
            <ac:picMk id="5" creationId="{FCFCB7FB-1E6B-5CB4-66E3-1BE7080F85D3}"/>
          </ac:picMkLst>
        </pc:picChg>
        <pc:picChg chg="add mod">
          <ac:chgData name="mvcheikhna@gmail.com" userId="bbc6b06264c87aa5" providerId="Windows Live" clId="Web-{BA4C1F94-DFCF-4EF1-A882-F4E40B9A1BEE}" dt="2025-06-03T21:41:40.927" v="83" actId="1076"/>
          <ac:picMkLst>
            <pc:docMk/>
            <pc:sldMk cId="1602814845" sldId="282"/>
            <ac:picMk id="6" creationId="{E7EE0F62-1FA4-822A-4E2C-08149587DFFB}"/>
          </ac:picMkLst>
        </pc:picChg>
        <pc:picChg chg="add mod">
          <ac:chgData name="mvcheikhna@gmail.com" userId="bbc6b06264c87aa5" providerId="Windows Live" clId="Web-{BA4C1F94-DFCF-4EF1-A882-F4E40B9A1BEE}" dt="2025-06-03T21:43:33.259" v="100" actId="1076"/>
          <ac:picMkLst>
            <pc:docMk/>
            <pc:sldMk cId="1602814845" sldId="282"/>
            <ac:picMk id="7" creationId="{E339888A-925A-5DD4-B17C-833FA365BB93}"/>
          </ac:picMkLst>
        </pc:picChg>
      </pc:sldChg>
      <pc:sldChg chg="modSp new">
        <pc:chgData name="mvcheikhna@gmail.com" userId="bbc6b06264c87aa5" providerId="Windows Live" clId="Web-{BA4C1F94-DFCF-4EF1-A882-F4E40B9A1BEE}" dt="2025-06-03T22:03:09.316" v="304" actId="20577"/>
        <pc:sldMkLst>
          <pc:docMk/>
          <pc:sldMk cId="4112478176" sldId="283"/>
        </pc:sldMkLst>
        <pc:spChg chg="mod">
          <ac:chgData name="mvcheikhna@gmail.com" userId="bbc6b06264c87aa5" providerId="Windows Live" clId="Web-{BA4C1F94-DFCF-4EF1-A882-F4E40B9A1BEE}" dt="2025-06-03T21:59:58.419" v="189" actId="20577"/>
          <ac:spMkLst>
            <pc:docMk/>
            <pc:sldMk cId="4112478176" sldId="283"/>
            <ac:spMk id="2" creationId="{37058BDC-C37C-D8F5-0C20-0B26C99A6830}"/>
          </ac:spMkLst>
        </pc:spChg>
        <pc:spChg chg="mod">
          <ac:chgData name="mvcheikhna@gmail.com" userId="bbc6b06264c87aa5" providerId="Windows Live" clId="Web-{BA4C1F94-DFCF-4EF1-A882-F4E40B9A1BEE}" dt="2025-06-03T22:03:09.316" v="304" actId="20577"/>
          <ac:spMkLst>
            <pc:docMk/>
            <pc:sldMk cId="4112478176" sldId="283"/>
            <ac:spMk id="3" creationId="{25B6689E-79C8-3A71-E060-1B29A28FACCE}"/>
          </ac:spMkLst>
        </pc:spChg>
      </pc:sldChg>
    </pc:docChg>
  </pc:docChgLst>
  <pc:docChgLst>
    <pc:chgData name="mvcheikhna@gmail.com" userId="bbc6b06264c87aa5" providerId="Windows Live" clId="Web-{32F8F057-44F4-4847-A2B3-551CB3636AD0}"/>
    <pc:docChg chg="addSld delSld modSld addMainMaster delMainMaster">
      <pc:chgData name="mvcheikhna@gmail.com" userId="bbc6b06264c87aa5" providerId="Windows Live" clId="Web-{32F8F057-44F4-4847-A2B3-551CB3636AD0}" dt="2025-06-02T22:05:11.852" v="682"/>
      <pc:docMkLst>
        <pc:docMk/>
      </pc:docMkLst>
      <pc:sldChg chg="modSp mod modTransition modClrScheme chgLayout">
        <pc:chgData name="mvcheikhna@gmail.com" userId="bbc6b06264c87aa5" providerId="Windows Live" clId="Web-{32F8F057-44F4-4847-A2B3-551CB3636AD0}" dt="2025-06-02T20:33:35.776" v="37"/>
        <pc:sldMkLst>
          <pc:docMk/>
          <pc:sldMk cId="109857222" sldId="256"/>
        </pc:sldMkLst>
        <pc:spChg chg="mod ord">
          <ac:chgData name="mvcheikhna@gmail.com" userId="bbc6b06264c87aa5" providerId="Windows Live" clId="Web-{32F8F057-44F4-4847-A2B3-551CB3636AD0}" dt="2025-06-02T20:32:01.788" v="15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mvcheikhna@gmail.com" userId="bbc6b06264c87aa5" providerId="Windows Live" clId="Web-{32F8F057-44F4-4847-A2B3-551CB3636AD0}" dt="2025-06-02T20:32:49.962" v="3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 del">
        <pc:chgData name="mvcheikhna@gmail.com" userId="bbc6b06264c87aa5" providerId="Windows Live" clId="Web-{32F8F057-44F4-4847-A2B3-551CB3636AD0}" dt="2025-06-02T20:34:47.153" v="39"/>
        <pc:sldMkLst>
          <pc:docMk/>
          <pc:sldMk cId="2341313213" sldId="257"/>
        </pc:sldMkLst>
      </pc:sldChg>
      <pc:sldChg chg="new del">
        <pc:chgData name="mvcheikhna@gmail.com" userId="bbc6b06264c87aa5" providerId="Windows Live" clId="Web-{32F8F057-44F4-4847-A2B3-551CB3636AD0}" dt="2025-06-02T20:35:01.998" v="41"/>
        <pc:sldMkLst>
          <pc:docMk/>
          <pc:sldMk cId="3440677815" sldId="257"/>
        </pc:sldMkLst>
      </pc:sldChg>
      <pc:sldChg chg="modSp new">
        <pc:chgData name="mvcheikhna@gmail.com" userId="bbc6b06264c87aa5" providerId="Windows Live" clId="Web-{32F8F057-44F4-4847-A2B3-551CB3636AD0}" dt="2025-06-02T20:47:30.132" v="196" actId="20577"/>
        <pc:sldMkLst>
          <pc:docMk/>
          <pc:sldMk cId="3762657057" sldId="257"/>
        </pc:sldMkLst>
        <pc:spChg chg="mod">
          <ac:chgData name="mvcheikhna@gmail.com" userId="bbc6b06264c87aa5" providerId="Windows Live" clId="Web-{32F8F057-44F4-4847-A2B3-551CB3636AD0}" dt="2025-06-02T20:43:21.655" v="133" actId="20577"/>
          <ac:spMkLst>
            <pc:docMk/>
            <pc:sldMk cId="3762657057" sldId="257"/>
            <ac:spMk id="2" creationId="{CF84DEBB-2CD1-519A-ED12-F1DF401757BB}"/>
          </ac:spMkLst>
        </pc:spChg>
        <pc:spChg chg="mod">
          <ac:chgData name="mvcheikhna@gmail.com" userId="bbc6b06264c87aa5" providerId="Windows Live" clId="Web-{32F8F057-44F4-4847-A2B3-551CB3636AD0}" dt="2025-06-02T20:47:30.132" v="196" actId="20577"/>
          <ac:spMkLst>
            <pc:docMk/>
            <pc:sldMk cId="3762657057" sldId="257"/>
            <ac:spMk id="3" creationId="{01941CEB-157C-731E-F073-A1142E1E72F3}"/>
          </ac:spMkLst>
        </pc:spChg>
      </pc:sldChg>
      <pc:sldChg chg="addSp delSp modSp new">
        <pc:chgData name="mvcheikhna@gmail.com" userId="bbc6b06264c87aa5" providerId="Windows Live" clId="Web-{32F8F057-44F4-4847-A2B3-551CB3636AD0}" dt="2025-06-02T21:53:16.641" v="675" actId="20577"/>
        <pc:sldMkLst>
          <pc:docMk/>
          <pc:sldMk cId="2148563382" sldId="258"/>
        </pc:sldMkLst>
        <pc:spChg chg="add del mod">
          <ac:chgData name="mvcheikhna@gmail.com" userId="bbc6b06264c87aa5" providerId="Windows Live" clId="Web-{32F8F057-44F4-4847-A2B3-551CB3636AD0}" dt="2025-06-02T21:53:16.641" v="675" actId="20577"/>
          <ac:spMkLst>
            <pc:docMk/>
            <pc:sldMk cId="2148563382" sldId="258"/>
            <ac:spMk id="2" creationId="{5D4178D7-2E26-603C-FCAC-80649D23F3A4}"/>
          </ac:spMkLst>
        </pc:spChg>
        <pc:spChg chg="add del mod">
          <ac:chgData name="mvcheikhna@gmail.com" userId="bbc6b06264c87aa5" providerId="Windows Live" clId="Web-{32F8F057-44F4-4847-A2B3-551CB3636AD0}" dt="2025-06-02T21:53:04.671" v="672"/>
          <ac:spMkLst>
            <pc:docMk/>
            <pc:sldMk cId="2148563382" sldId="258"/>
            <ac:spMk id="4" creationId="{FDCF04FF-5830-5A6D-7887-61CA0D7E6788}"/>
          </ac:spMkLst>
        </pc:spChg>
      </pc:sldChg>
      <pc:sldChg chg="modSp new">
        <pc:chgData name="mvcheikhna@gmail.com" userId="bbc6b06264c87aa5" providerId="Windows Live" clId="Web-{32F8F057-44F4-4847-A2B3-551CB3636AD0}" dt="2025-06-02T20:47:21.476" v="194" actId="20577"/>
        <pc:sldMkLst>
          <pc:docMk/>
          <pc:sldMk cId="2355592475" sldId="259"/>
        </pc:sldMkLst>
        <pc:spChg chg="mod">
          <ac:chgData name="mvcheikhna@gmail.com" userId="bbc6b06264c87aa5" providerId="Windows Live" clId="Web-{32F8F057-44F4-4847-A2B3-551CB3636AD0}" dt="2025-06-02T20:43:52.109" v="135" actId="20577"/>
          <ac:spMkLst>
            <pc:docMk/>
            <pc:sldMk cId="2355592475" sldId="259"/>
            <ac:spMk id="2" creationId="{83412279-93BA-FF4E-FCA6-7232897061D0}"/>
          </ac:spMkLst>
        </pc:spChg>
        <pc:spChg chg="mod">
          <ac:chgData name="mvcheikhna@gmail.com" userId="bbc6b06264c87aa5" providerId="Windows Live" clId="Web-{32F8F057-44F4-4847-A2B3-551CB3636AD0}" dt="2025-06-02T20:47:21.476" v="194" actId="20577"/>
          <ac:spMkLst>
            <pc:docMk/>
            <pc:sldMk cId="2355592475" sldId="259"/>
            <ac:spMk id="3" creationId="{0C130DDE-7FCB-36EC-C658-04625488367E}"/>
          </ac:spMkLst>
        </pc:spChg>
      </pc:sldChg>
      <pc:sldChg chg="modSp new">
        <pc:chgData name="mvcheikhna@gmail.com" userId="bbc6b06264c87aa5" providerId="Windows Live" clId="Web-{32F8F057-44F4-4847-A2B3-551CB3636AD0}" dt="2025-06-02T20:47:13.225" v="192" actId="20577"/>
        <pc:sldMkLst>
          <pc:docMk/>
          <pc:sldMk cId="3337399458" sldId="260"/>
        </pc:sldMkLst>
        <pc:spChg chg="mod">
          <ac:chgData name="mvcheikhna@gmail.com" userId="bbc6b06264c87aa5" providerId="Windows Live" clId="Web-{32F8F057-44F4-4847-A2B3-551CB3636AD0}" dt="2025-06-02T20:44:53.893" v="145" actId="20577"/>
          <ac:spMkLst>
            <pc:docMk/>
            <pc:sldMk cId="3337399458" sldId="260"/>
            <ac:spMk id="2" creationId="{0A430E12-441C-DBCB-0660-0B7F3F5EFC19}"/>
          </ac:spMkLst>
        </pc:spChg>
        <pc:spChg chg="mod">
          <ac:chgData name="mvcheikhna@gmail.com" userId="bbc6b06264c87aa5" providerId="Windows Live" clId="Web-{32F8F057-44F4-4847-A2B3-551CB3636AD0}" dt="2025-06-02T20:47:13.225" v="192" actId="20577"/>
          <ac:spMkLst>
            <pc:docMk/>
            <pc:sldMk cId="3337399458" sldId="260"/>
            <ac:spMk id="3" creationId="{6A46BD9E-DD36-2ADA-93FF-589CE4624566}"/>
          </ac:spMkLst>
        </pc:spChg>
      </pc:sldChg>
      <pc:sldChg chg="modSp new">
        <pc:chgData name="mvcheikhna@gmail.com" userId="bbc6b06264c87aa5" providerId="Windows Live" clId="Web-{32F8F057-44F4-4847-A2B3-551CB3636AD0}" dt="2025-06-02T20:46:57.662" v="190" actId="20577"/>
        <pc:sldMkLst>
          <pc:docMk/>
          <pc:sldMk cId="1902989832" sldId="261"/>
        </pc:sldMkLst>
        <pc:spChg chg="mod">
          <ac:chgData name="mvcheikhna@gmail.com" userId="bbc6b06264c87aa5" providerId="Windows Live" clId="Web-{32F8F057-44F4-4847-A2B3-551CB3636AD0}" dt="2025-06-02T20:45:34.394" v="154" actId="20577"/>
          <ac:spMkLst>
            <pc:docMk/>
            <pc:sldMk cId="1902989832" sldId="261"/>
            <ac:spMk id="2" creationId="{441E5EF1-71F7-0543-3D97-3859F9CADA85}"/>
          </ac:spMkLst>
        </pc:spChg>
        <pc:spChg chg="mod">
          <ac:chgData name="mvcheikhna@gmail.com" userId="bbc6b06264c87aa5" providerId="Windows Live" clId="Web-{32F8F057-44F4-4847-A2B3-551CB3636AD0}" dt="2025-06-02T20:46:57.662" v="190" actId="20577"/>
          <ac:spMkLst>
            <pc:docMk/>
            <pc:sldMk cId="1902989832" sldId="261"/>
            <ac:spMk id="3" creationId="{03DC75B5-3F74-6027-54D7-926096F0545A}"/>
          </ac:spMkLst>
        </pc:spChg>
      </pc:sldChg>
      <pc:sldChg chg="modSp new">
        <pc:chgData name="mvcheikhna@gmail.com" userId="bbc6b06264c87aa5" providerId="Windows Live" clId="Web-{32F8F057-44F4-4847-A2B3-551CB3636AD0}" dt="2025-06-02T20:49:45.371" v="217" actId="20577"/>
        <pc:sldMkLst>
          <pc:docMk/>
          <pc:sldMk cId="704184265" sldId="262"/>
        </pc:sldMkLst>
        <pc:spChg chg="mod">
          <ac:chgData name="mvcheikhna@gmail.com" userId="bbc6b06264c87aa5" providerId="Windows Live" clId="Web-{32F8F057-44F4-4847-A2B3-551CB3636AD0}" dt="2025-06-02T20:48:02.493" v="199" actId="20577"/>
          <ac:spMkLst>
            <pc:docMk/>
            <pc:sldMk cId="704184265" sldId="262"/>
            <ac:spMk id="2" creationId="{60FD025E-6A30-30B6-6272-70E9E4205551}"/>
          </ac:spMkLst>
        </pc:spChg>
        <pc:spChg chg="mod">
          <ac:chgData name="mvcheikhna@gmail.com" userId="bbc6b06264c87aa5" providerId="Windows Live" clId="Web-{32F8F057-44F4-4847-A2B3-551CB3636AD0}" dt="2025-06-02T20:49:45.371" v="217" actId="20577"/>
          <ac:spMkLst>
            <pc:docMk/>
            <pc:sldMk cId="704184265" sldId="262"/>
            <ac:spMk id="3" creationId="{E6FDBC7A-89E0-29F6-4288-37DAFEE24E6B}"/>
          </ac:spMkLst>
        </pc:spChg>
      </pc:sldChg>
      <pc:sldChg chg="modSp new">
        <pc:chgData name="mvcheikhna@gmail.com" userId="bbc6b06264c87aa5" providerId="Windows Live" clId="Web-{32F8F057-44F4-4847-A2B3-551CB3636AD0}" dt="2025-06-02T20:50:48.811" v="228" actId="20577"/>
        <pc:sldMkLst>
          <pc:docMk/>
          <pc:sldMk cId="3468929800" sldId="263"/>
        </pc:sldMkLst>
        <pc:spChg chg="mod">
          <ac:chgData name="mvcheikhna@gmail.com" userId="bbc6b06264c87aa5" providerId="Windows Live" clId="Web-{32F8F057-44F4-4847-A2B3-551CB3636AD0}" dt="2025-06-02T20:50:14.107" v="220" actId="20577"/>
          <ac:spMkLst>
            <pc:docMk/>
            <pc:sldMk cId="3468929800" sldId="263"/>
            <ac:spMk id="2" creationId="{4D1A83AA-C227-4D57-83C0-D57B1CFF8F01}"/>
          </ac:spMkLst>
        </pc:spChg>
        <pc:spChg chg="mod">
          <ac:chgData name="mvcheikhna@gmail.com" userId="bbc6b06264c87aa5" providerId="Windows Live" clId="Web-{32F8F057-44F4-4847-A2B3-551CB3636AD0}" dt="2025-06-02T20:50:48.811" v="228" actId="20577"/>
          <ac:spMkLst>
            <pc:docMk/>
            <pc:sldMk cId="3468929800" sldId="263"/>
            <ac:spMk id="3" creationId="{92343BA6-668A-F270-863E-06E86D726FBD}"/>
          </ac:spMkLst>
        </pc:spChg>
      </pc:sldChg>
      <pc:sldChg chg="addSp delSp modSp new">
        <pc:chgData name="mvcheikhna@gmail.com" userId="bbc6b06264c87aa5" providerId="Windows Live" clId="Web-{32F8F057-44F4-4847-A2B3-551CB3636AD0}" dt="2025-06-02T22:05:11.852" v="682"/>
        <pc:sldMkLst>
          <pc:docMk/>
          <pc:sldMk cId="707859989" sldId="264"/>
        </pc:sldMkLst>
        <pc:spChg chg="mod">
          <ac:chgData name="mvcheikhna@gmail.com" userId="bbc6b06264c87aa5" providerId="Windows Live" clId="Web-{32F8F057-44F4-4847-A2B3-551CB3636AD0}" dt="2025-06-02T20:51:14.890" v="239" actId="20577"/>
          <ac:spMkLst>
            <pc:docMk/>
            <pc:sldMk cId="707859989" sldId="264"/>
            <ac:spMk id="2" creationId="{0BA80233-607B-2702-61B4-4A5677D7428F}"/>
          </ac:spMkLst>
        </pc:spChg>
        <pc:spChg chg="del">
          <ac:chgData name="mvcheikhna@gmail.com" userId="bbc6b06264c87aa5" providerId="Windows Live" clId="Web-{32F8F057-44F4-4847-A2B3-551CB3636AD0}" dt="2025-06-02T20:54:40.834" v="240"/>
          <ac:spMkLst>
            <pc:docMk/>
            <pc:sldMk cId="707859989" sldId="264"/>
            <ac:spMk id="3" creationId="{74C28FD0-C177-3D0C-1724-9DE1452751DB}"/>
          </ac:spMkLst>
        </pc:spChg>
        <pc:spChg chg="add del mod">
          <ac:chgData name="mvcheikhna@gmail.com" userId="bbc6b06264c87aa5" providerId="Windows Live" clId="Web-{32F8F057-44F4-4847-A2B3-551CB3636AD0}" dt="2025-06-02T21:22:56.704" v="528"/>
          <ac:spMkLst>
            <pc:docMk/>
            <pc:sldMk cId="707859989" sldId="264"/>
            <ac:spMk id="6" creationId="{F776DCFD-5919-6CA7-9E0E-270497B9B818}"/>
          </ac:spMkLst>
        </pc:spChg>
        <pc:spChg chg="add del mod">
          <ac:chgData name="mvcheikhna@gmail.com" userId="bbc6b06264c87aa5" providerId="Windows Live" clId="Web-{32F8F057-44F4-4847-A2B3-551CB3636AD0}" dt="2025-06-02T22:05:07.336" v="681"/>
          <ac:spMkLst>
            <pc:docMk/>
            <pc:sldMk cId="707859989" sldId="264"/>
            <ac:spMk id="9" creationId="{DBF4FA4D-153B-F3F1-9C4E-9D0044891FF7}"/>
          </ac:spMkLst>
        </pc:spChg>
        <pc:graphicFrameChg chg="add del mod ord modGraphic">
          <ac:chgData name="mvcheikhna@gmail.com" userId="bbc6b06264c87aa5" providerId="Windows Live" clId="Web-{32F8F057-44F4-4847-A2B3-551CB3636AD0}" dt="2025-06-02T21:22:25.984" v="527"/>
          <ac:graphicFrameMkLst>
            <pc:docMk/>
            <pc:sldMk cId="707859989" sldId="264"/>
            <ac:graphicFrameMk id="4" creationId="{BCAA2B04-A28F-5210-F6E7-2608F9EC3BCD}"/>
          </ac:graphicFrameMkLst>
        </pc:graphicFrameChg>
        <pc:graphicFrameChg chg="add del mod ord modGraphic">
          <ac:chgData name="mvcheikhna@gmail.com" userId="bbc6b06264c87aa5" providerId="Windows Live" clId="Web-{32F8F057-44F4-4847-A2B3-551CB3636AD0}" dt="2025-06-02T22:04:44.117" v="680"/>
          <ac:graphicFrameMkLst>
            <pc:docMk/>
            <pc:sldMk cId="707859989" sldId="264"/>
            <ac:graphicFrameMk id="7" creationId="{D02A6F8E-3B2A-53B3-A11B-5AB0D0153AE4}"/>
          </ac:graphicFrameMkLst>
        </pc:graphicFrameChg>
        <pc:graphicFrameChg chg="add mod ord modGraphic">
          <ac:chgData name="mvcheikhna@gmail.com" userId="bbc6b06264c87aa5" providerId="Windows Live" clId="Web-{32F8F057-44F4-4847-A2B3-551CB3636AD0}" dt="2025-06-02T22:05:11.852" v="682"/>
          <ac:graphicFrameMkLst>
            <pc:docMk/>
            <pc:sldMk cId="707859989" sldId="264"/>
            <ac:graphicFrameMk id="10" creationId="{94D73843-AABD-8073-4DC5-0ACE9DEB817B}"/>
          </ac:graphicFrameMkLst>
        </pc:graphicFrameChg>
      </pc:sldChg>
      <pc:sldChg chg="addSp delSp modSp new">
        <pc:chgData name="mvcheikhna@gmail.com" userId="bbc6b06264c87aa5" providerId="Windows Live" clId="Web-{32F8F057-44F4-4847-A2B3-551CB3636AD0}" dt="2025-06-02T21:31:51.128" v="670"/>
        <pc:sldMkLst>
          <pc:docMk/>
          <pc:sldMk cId="4069923766" sldId="265"/>
        </pc:sldMkLst>
        <pc:spChg chg="mod">
          <ac:chgData name="mvcheikhna@gmail.com" userId="bbc6b06264c87aa5" providerId="Windows Live" clId="Web-{32F8F057-44F4-4847-A2B3-551CB3636AD0}" dt="2025-06-02T20:55:37.664" v="251" actId="20577"/>
          <ac:spMkLst>
            <pc:docMk/>
            <pc:sldMk cId="4069923766" sldId="265"/>
            <ac:spMk id="2" creationId="{D4D6E3A5-0763-72EE-FB55-7B2E1FE5F436}"/>
          </ac:spMkLst>
        </pc:spChg>
        <pc:spChg chg="mod">
          <ac:chgData name="mvcheikhna@gmail.com" userId="bbc6b06264c87aa5" providerId="Windows Live" clId="Web-{32F8F057-44F4-4847-A2B3-551CB3636AD0}" dt="2025-06-02T21:31:40.722" v="667" actId="20577"/>
          <ac:spMkLst>
            <pc:docMk/>
            <pc:sldMk cId="4069923766" sldId="265"/>
            <ac:spMk id="3" creationId="{A7661CC4-A30E-0776-BFB2-2DF215A797C2}"/>
          </ac:spMkLst>
        </pc:spChg>
        <pc:spChg chg="add del mod">
          <ac:chgData name="mvcheikhna@gmail.com" userId="bbc6b06264c87aa5" providerId="Windows Live" clId="Web-{32F8F057-44F4-4847-A2B3-551CB3636AD0}" dt="2025-06-02T21:31:51.128" v="670"/>
          <ac:spMkLst>
            <pc:docMk/>
            <pc:sldMk cId="4069923766" sldId="265"/>
            <ac:spMk id="4" creationId="{36FFAA71-D94F-3BC1-04F5-FA6E54BD5951}"/>
          </ac:spMkLst>
        </pc:spChg>
      </pc:sldChg>
      <pc:sldChg chg="modSp new del">
        <pc:chgData name="mvcheikhna@gmail.com" userId="bbc6b06264c87aa5" providerId="Windows Live" clId="Web-{32F8F057-44F4-4847-A2B3-551CB3636AD0}" dt="2025-06-02T20:56:06.415" v="256"/>
        <pc:sldMkLst>
          <pc:docMk/>
          <pc:sldMk cId="505221795" sldId="266"/>
        </pc:sldMkLst>
        <pc:spChg chg="mod">
          <ac:chgData name="mvcheikhna@gmail.com" userId="bbc6b06264c87aa5" providerId="Windows Live" clId="Web-{32F8F057-44F4-4847-A2B3-551CB3636AD0}" dt="2025-06-02T20:56:03.212" v="255" actId="20577"/>
          <ac:spMkLst>
            <pc:docMk/>
            <pc:sldMk cId="505221795" sldId="266"/>
            <ac:spMk id="2" creationId="{278D09BF-4345-75C7-1A17-30EC46F772E2}"/>
          </ac:spMkLst>
        </pc:spChg>
      </pc:sldChg>
      <pc:sldChg chg="modSp new">
        <pc:chgData name="mvcheikhna@gmail.com" userId="bbc6b06264c87aa5" providerId="Windows Live" clId="Web-{32F8F057-44F4-4847-A2B3-551CB3636AD0}" dt="2025-06-02T21:53:24.360" v="677" actId="20577"/>
        <pc:sldMkLst>
          <pc:docMk/>
          <pc:sldMk cId="1627591890" sldId="266"/>
        </pc:sldMkLst>
        <pc:spChg chg="mod">
          <ac:chgData name="mvcheikhna@gmail.com" userId="bbc6b06264c87aa5" providerId="Windows Live" clId="Web-{32F8F057-44F4-4847-A2B3-551CB3636AD0}" dt="2025-06-02T21:53:24.360" v="677" actId="20577"/>
          <ac:spMkLst>
            <pc:docMk/>
            <pc:sldMk cId="1627591890" sldId="266"/>
            <ac:spMk id="2" creationId="{5B846299-BF2B-E330-35F1-F50CAEDCD7F3}"/>
          </ac:spMkLst>
        </pc:spChg>
      </pc:sldChg>
      <pc:sldChg chg="addSp delSp modSp new">
        <pc:chgData name="mvcheikhna@gmail.com" userId="bbc6b06264c87aa5" providerId="Windows Live" clId="Web-{32F8F057-44F4-4847-A2B3-551CB3636AD0}" dt="2025-06-02T20:59:43.704" v="297" actId="20577"/>
        <pc:sldMkLst>
          <pc:docMk/>
          <pc:sldMk cId="598393870" sldId="267"/>
        </pc:sldMkLst>
        <pc:spChg chg="mod">
          <ac:chgData name="mvcheikhna@gmail.com" userId="bbc6b06264c87aa5" providerId="Windows Live" clId="Web-{32F8F057-44F4-4847-A2B3-551CB3636AD0}" dt="2025-06-02T20:58:35.530" v="279" actId="20577"/>
          <ac:spMkLst>
            <pc:docMk/>
            <pc:sldMk cId="598393870" sldId="267"/>
            <ac:spMk id="2" creationId="{E9065409-3F3B-FA3F-802B-40B73CB52F44}"/>
          </ac:spMkLst>
        </pc:spChg>
        <pc:spChg chg="mod">
          <ac:chgData name="mvcheikhna@gmail.com" userId="bbc6b06264c87aa5" providerId="Windows Live" clId="Web-{32F8F057-44F4-4847-A2B3-551CB3636AD0}" dt="2025-06-02T20:59:43.704" v="297" actId="20577"/>
          <ac:spMkLst>
            <pc:docMk/>
            <pc:sldMk cId="598393870" sldId="267"/>
            <ac:spMk id="3" creationId="{754EF003-6B21-E030-F2B4-F4A57C2BF0D9}"/>
          </ac:spMkLst>
        </pc:spChg>
        <pc:spChg chg="add del mod">
          <ac:chgData name="mvcheikhna@gmail.com" userId="bbc6b06264c87aa5" providerId="Windows Live" clId="Web-{32F8F057-44F4-4847-A2B3-551CB3636AD0}" dt="2025-06-02T20:59:31.938" v="293"/>
          <ac:spMkLst>
            <pc:docMk/>
            <pc:sldMk cId="598393870" sldId="267"/>
            <ac:spMk id="4" creationId="{78E699F4-64FA-8748-116B-A549AE4B712B}"/>
          </ac:spMkLst>
        </pc:spChg>
      </pc:sldChg>
      <pc:sldChg chg="new del">
        <pc:chgData name="mvcheikhna@gmail.com" userId="bbc6b06264c87aa5" providerId="Windows Live" clId="Web-{32F8F057-44F4-4847-A2B3-551CB3636AD0}" dt="2025-06-02T20:57:21.293" v="271"/>
        <pc:sldMkLst>
          <pc:docMk/>
          <pc:sldMk cId="1737181142" sldId="267"/>
        </pc:sldMkLst>
      </pc:sldChg>
      <pc:sldChg chg="new del">
        <pc:chgData name="mvcheikhna@gmail.com" userId="bbc6b06264c87aa5" providerId="Windows Live" clId="Web-{32F8F057-44F4-4847-A2B3-551CB3636AD0}" dt="2025-06-02T20:57:14.340" v="269"/>
        <pc:sldMkLst>
          <pc:docMk/>
          <pc:sldMk cId="3696029189" sldId="267"/>
        </pc:sldMkLst>
      </pc:sldChg>
      <pc:sldChg chg="modSp add replId">
        <pc:chgData name="mvcheikhna@gmail.com" userId="bbc6b06264c87aa5" providerId="Windows Live" clId="Web-{32F8F057-44F4-4847-A2B3-551CB3636AD0}" dt="2025-06-02T21:09:18.301" v="411" actId="20577"/>
        <pc:sldMkLst>
          <pc:docMk/>
          <pc:sldMk cId="207221800" sldId="268"/>
        </pc:sldMkLst>
        <pc:spChg chg="mod">
          <ac:chgData name="mvcheikhna@gmail.com" userId="bbc6b06264c87aa5" providerId="Windows Live" clId="Web-{32F8F057-44F4-4847-A2B3-551CB3636AD0}" dt="2025-06-02T21:09:18.301" v="411" actId="20577"/>
          <ac:spMkLst>
            <pc:docMk/>
            <pc:sldMk cId="207221800" sldId="268"/>
            <ac:spMk id="2" creationId="{F1B6D8D3-909A-4B37-18BB-634C7FADFB8B}"/>
          </ac:spMkLst>
        </pc:spChg>
        <pc:spChg chg="mod">
          <ac:chgData name="mvcheikhna@gmail.com" userId="bbc6b06264c87aa5" providerId="Windows Live" clId="Web-{32F8F057-44F4-4847-A2B3-551CB3636AD0}" dt="2025-06-02T21:01:27.661" v="319" actId="20577"/>
          <ac:spMkLst>
            <pc:docMk/>
            <pc:sldMk cId="207221800" sldId="268"/>
            <ac:spMk id="3" creationId="{9B324C3D-DF2F-FE8F-E363-2D901547940A}"/>
          </ac:spMkLst>
        </pc:spChg>
      </pc:sldChg>
      <pc:sldChg chg="addSp delSp modSp add replId">
        <pc:chgData name="mvcheikhna@gmail.com" userId="bbc6b06264c87aa5" providerId="Windows Live" clId="Web-{32F8F057-44F4-4847-A2B3-551CB3636AD0}" dt="2025-06-02T21:06:08.795" v="381" actId="20577"/>
        <pc:sldMkLst>
          <pc:docMk/>
          <pc:sldMk cId="3851655292" sldId="269"/>
        </pc:sldMkLst>
        <pc:spChg chg="del">
          <ac:chgData name="mvcheikhna@gmail.com" userId="bbc6b06264c87aa5" providerId="Windows Live" clId="Web-{32F8F057-44F4-4847-A2B3-551CB3636AD0}" dt="2025-06-02T21:01:49.396" v="321"/>
          <ac:spMkLst>
            <pc:docMk/>
            <pc:sldMk cId="3851655292" sldId="269"/>
            <ac:spMk id="2" creationId="{AF77351A-46F5-A8C4-4212-5B547BEC8F14}"/>
          </ac:spMkLst>
        </pc:spChg>
        <pc:spChg chg="mod">
          <ac:chgData name="mvcheikhna@gmail.com" userId="bbc6b06264c87aa5" providerId="Windows Live" clId="Web-{32F8F057-44F4-4847-A2B3-551CB3636AD0}" dt="2025-06-02T21:06:08.795" v="381" actId="20577"/>
          <ac:spMkLst>
            <pc:docMk/>
            <pc:sldMk cId="3851655292" sldId="269"/>
            <ac:spMk id="3" creationId="{3A8AAEA9-8063-2F8D-62D3-F24FDA4CC145}"/>
          </ac:spMkLst>
        </pc:spChg>
        <pc:spChg chg="add del mod">
          <ac:chgData name="mvcheikhna@gmail.com" userId="bbc6b06264c87aa5" providerId="Windows Live" clId="Web-{32F8F057-44F4-4847-A2B3-551CB3636AD0}" dt="2025-06-02T21:01:54.958" v="322"/>
          <ac:spMkLst>
            <pc:docMk/>
            <pc:sldMk cId="3851655292" sldId="269"/>
            <ac:spMk id="5" creationId="{E8464BC6-BDC3-80B3-4F76-B05324D338C7}"/>
          </ac:spMkLst>
        </pc:spChg>
      </pc:sldChg>
      <pc:sldChg chg="add del replId">
        <pc:chgData name="mvcheikhna@gmail.com" userId="bbc6b06264c87aa5" providerId="Windows Live" clId="Web-{32F8F057-44F4-4847-A2B3-551CB3636AD0}" dt="2025-06-02T21:09:43.334" v="413"/>
        <pc:sldMkLst>
          <pc:docMk/>
          <pc:sldMk cId="2192272740" sldId="270"/>
        </pc:sldMkLst>
      </pc:sldChg>
      <pc:sldChg chg="modSp add replId">
        <pc:chgData name="mvcheikhna@gmail.com" userId="bbc6b06264c87aa5" providerId="Windows Live" clId="Web-{32F8F057-44F4-4847-A2B3-551CB3636AD0}" dt="2025-06-02T21:10:44.679" v="425" actId="20577"/>
        <pc:sldMkLst>
          <pc:docMk/>
          <pc:sldMk cId="2728078267" sldId="270"/>
        </pc:sldMkLst>
        <pc:spChg chg="mod">
          <ac:chgData name="mvcheikhna@gmail.com" userId="bbc6b06264c87aa5" providerId="Windows Live" clId="Web-{32F8F057-44F4-4847-A2B3-551CB3636AD0}" dt="2025-06-02T21:10:39.257" v="421" actId="20577"/>
          <ac:spMkLst>
            <pc:docMk/>
            <pc:sldMk cId="2728078267" sldId="270"/>
            <ac:spMk id="2" creationId="{0C96854F-0E65-2427-9B67-72ABD203A23A}"/>
          </ac:spMkLst>
        </pc:spChg>
        <pc:spChg chg="mod">
          <ac:chgData name="mvcheikhna@gmail.com" userId="bbc6b06264c87aa5" providerId="Windows Live" clId="Web-{32F8F057-44F4-4847-A2B3-551CB3636AD0}" dt="2025-06-02T21:10:44.679" v="425" actId="20577"/>
          <ac:spMkLst>
            <pc:docMk/>
            <pc:sldMk cId="2728078267" sldId="270"/>
            <ac:spMk id="3" creationId="{947F4C59-D631-2EA6-2644-5E59A5783DA6}"/>
          </ac:spMkLst>
        </pc:spChg>
      </pc:sldChg>
      <pc:sldChg chg="addSp delSp modSp add del replId">
        <pc:chgData name="mvcheikhna@gmail.com" userId="bbc6b06264c87aa5" providerId="Windows Live" clId="Web-{32F8F057-44F4-4847-A2B3-551CB3636AD0}" dt="2025-06-02T21:09:02.504" v="407"/>
        <pc:sldMkLst>
          <pc:docMk/>
          <pc:sldMk cId="3610315927" sldId="270"/>
        </pc:sldMkLst>
        <pc:spChg chg="mod">
          <ac:chgData name="mvcheikhna@gmail.com" userId="bbc6b06264c87aa5" providerId="Windows Live" clId="Web-{32F8F057-44F4-4847-A2B3-551CB3636AD0}" dt="2025-06-02T21:08:58.051" v="404" actId="20577"/>
          <ac:spMkLst>
            <pc:docMk/>
            <pc:sldMk cId="3610315927" sldId="270"/>
            <ac:spMk id="2" creationId="{B0677F74-9FAF-88A2-7264-41838B3D6F73}"/>
          </ac:spMkLst>
        </pc:spChg>
        <pc:spChg chg="mod">
          <ac:chgData name="mvcheikhna@gmail.com" userId="bbc6b06264c87aa5" providerId="Windows Live" clId="Web-{32F8F057-44F4-4847-A2B3-551CB3636AD0}" dt="2025-06-02T21:08:30.722" v="398" actId="20577"/>
          <ac:spMkLst>
            <pc:docMk/>
            <pc:sldMk cId="3610315927" sldId="270"/>
            <ac:spMk id="3" creationId="{24315EC5-5545-8773-F63C-AB243BBFB909}"/>
          </ac:spMkLst>
        </pc:spChg>
        <pc:spChg chg="add del mod">
          <ac:chgData name="mvcheikhna@gmail.com" userId="bbc6b06264c87aa5" providerId="Windows Live" clId="Web-{32F8F057-44F4-4847-A2B3-551CB3636AD0}" dt="2025-06-02T21:08:58.113" v="406"/>
          <ac:spMkLst>
            <pc:docMk/>
            <pc:sldMk cId="3610315927" sldId="270"/>
            <ac:spMk id="4" creationId="{32673D70-9214-3DB6-4515-76B3178D20EA}"/>
          </ac:spMkLst>
        </pc:spChg>
      </pc:sldChg>
      <pc:sldChg chg="modSp add replId">
        <pc:chgData name="mvcheikhna@gmail.com" userId="bbc6b06264c87aa5" providerId="Windows Live" clId="Web-{32F8F057-44F4-4847-A2B3-551CB3636AD0}" dt="2025-06-02T21:11:33.900" v="436" actId="20577"/>
        <pc:sldMkLst>
          <pc:docMk/>
          <pc:sldMk cId="1636802889" sldId="271"/>
        </pc:sldMkLst>
        <pc:spChg chg="mod">
          <ac:chgData name="mvcheikhna@gmail.com" userId="bbc6b06264c87aa5" providerId="Windows Live" clId="Web-{32F8F057-44F4-4847-A2B3-551CB3636AD0}" dt="2025-06-02T21:11:10.368" v="430" actId="20577"/>
          <ac:spMkLst>
            <pc:docMk/>
            <pc:sldMk cId="1636802889" sldId="271"/>
            <ac:spMk id="2" creationId="{6EAC78E9-1C71-9704-2681-C43B1A1078AF}"/>
          </ac:spMkLst>
        </pc:spChg>
        <pc:spChg chg="mod">
          <ac:chgData name="mvcheikhna@gmail.com" userId="bbc6b06264c87aa5" providerId="Windows Live" clId="Web-{32F8F057-44F4-4847-A2B3-551CB3636AD0}" dt="2025-06-02T21:11:33.900" v="436" actId="20577"/>
          <ac:spMkLst>
            <pc:docMk/>
            <pc:sldMk cId="1636802889" sldId="271"/>
            <ac:spMk id="3" creationId="{88606B12-D7B9-A744-1C0F-7A2D7796799E}"/>
          </ac:spMkLst>
        </pc:spChg>
      </pc:sldChg>
      <pc:sldChg chg="modSp add replId">
        <pc:chgData name="mvcheikhna@gmail.com" userId="bbc6b06264c87aa5" providerId="Windows Live" clId="Web-{32F8F057-44F4-4847-A2B3-551CB3636AD0}" dt="2025-06-02T21:53:37.360" v="679" actId="20577"/>
        <pc:sldMkLst>
          <pc:docMk/>
          <pc:sldMk cId="122641240" sldId="272"/>
        </pc:sldMkLst>
        <pc:spChg chg="mod">
          <ac:chgData name="mvcheikhna@gmail.com" userId="bbc6b06264c87aa5" providerId="Windows Live" clId="Web-{32F8F057-44F4-4847-A2B3-551CB3636AD0}" dt="2025-06-02T21:53:37.360" v="679" actId="20577"/>
          <ac:spMkLst>
            <pc:docMk/>
            <pc:sldMk cId="122641240" sldId="272"/>
            <ac:spMk id="2" creationId="{7C826A2F-AC77-E8DC-8408-7CFDA8F63B51}"/>
          </ac:spMkLst>
        </pc:spChg>
      </pc:sldChg>
      <pc:sldChg chg="modSp add del replId">
        <pc:chgData name="mvcheikhna@gmail.com" userId="bbc6b06264c87aa5" providerId="Windows Live" clId="Web-{32F8F057-44F4-4847-A2B3-551CB3636AD0}" dt="2025-06-02T21:13:39.732" v="445"/>
        <pc:sldMkLst>
          <pc:docMk/>
          <pc:sldMk cId="2991422698" sldId="273"/>
        </pc:sldMkLst>
        <pc:spChg chg="mod">
          <ac:chgData name="mvcheikhna@gmail.com" userId="bbc6b06264c87aa5" providerId="Windows Live" clId="Web-{32F8F057-44F4-4847-A2B3-551CB3636AD0}" dt="2025-06-02T21:13:10.294" v="443" actId="20577"/>
          <ac:spMkLst>
            <pc:docMk/>
            <pc:sldMk cId="2991422698" sldId="273"/>
            <ac:spMk id="2" creationId="{121C52F1-BEAB-DBB9-D68F-277F2743886D}"/>
          </ac:spMkLst>
        </pc:spChg>
      </pc:sldChg>
      <pc:sldChg chg="modSp add replId">
        <pc:chgData name="mvcheikhna@gmail.com" userId="bbc6b06264c87aa5" providerId="Windows Live" clId="Web-{32F8F057-44F4-4847-A2B3-551CB3636AD0}" dt="2025-06-02T21:16:17.581" v="490" actId="20577"/>
        <pc:sldMkLst>
          <pc:docMk/>
          <pc:sldMk cId="1050546089" sldId="274"/>
        </pc:sldMkLst>
        <pc:spChg chg="mod">
          <ac:chgData name="mvcheikhna@gmail.com" userId="bbc6b06264c87aa5" providerId="Windows Live" clId="Web-{32F8F057-44F4-4847-A2B3-551CB3636AD0}" dt="2025-06-02T21:15:41.643" v="481" actId="1076"/>
          <ac:spMkLst>
            <pc:docMk/>
            <pc:sldMk cId="1050546089" sldId="274"/>
            <ac:spMk id="2" creationId="{E882A12B-6511-C54A-9EFD-67600D519529}"/>
          </ac:spMkLst>
        </pc:spChg>
        <pc:spChg chg="mod">
          <ac:chgData name="mvcheikhna@gmail.com" userId="bbc6b06264c87aa5" providerId="Windows Live" clId="Web-{32F8F057-44F4-4847-A2B3-551CB3636AD0}" dt="2025-06-02T21:16:17.581" v="490" actId="20577"/>
          <ac:spMkLst>
            <pc:docMk/>
            <pc:sldMk cId="1050546089" sldId="274"/>
            <ac:spMk id="3" creationId="{9C81482D-09BF-42A2-E2F7-8476F81D923C}"/>
          </ac:spMkLst>
        </pc:spChg>
      </pc:sldChg>
      <pc:sldChg chg="modSp add replId">
        <pc:chgData name="mvcheikhna@gmail.com" userId="bbc6b06264c87aa5" providerId="Windows Live" clId="Web-{32F8F057-44F4-4847-A2B3-551CB3636AD0}" dt="2025-06-02T21:18:55.165" v="518" actId="20577"/>
        <pc:sldMkLst>
          <pc:docMk/>
          <pc:sldMk cId="2870015933" sldId="275"/>
        </pc:sldMkLst>
        <pc:spChg chg="mod">
          <ac:chgData name="mvcheikhna@gmail.com" userId="bbc6b06264c87aa5" providerId="Windows Live" clId="Web-{32F8F057-44F4-4847-A2B3-551CB3636AD0}" dt="2025-06-02T21:17:10.114" v="495" actId="14100"/>
          <ac:spMkLst>
            <pc:docMk/>
            <pc:sldMk cId="2870015933" sldId="275"/>
            <ac:spMk id="2" creationId="{393A7660-8ED5-1CBA-90A6-A5CCE7C38E33}"/>
          </ac:spMkLst>
        </pc:spChg>
        <pc:spChg chg="mod">
          <ac:chgData name="mvcheikhna@gmail.com" userId="bbc6b06264c87aa5" providerId="Windows Live" clId="Web-{32F8F057-44F4-4847-A2B3-551CB3636AD0}" dt="2025-06-02T21:18:55.165" v="518" actId="20577"/>
          <ac:spMkLst>
            <pc:docMk/>
            <pc:sldMk cId="2870015933" sldId="275"/>
            <ac:spMk id="3" creationId="{A3CA3463-6011-06DA-D8FA-E6F335AD1F51}"/>
          </ac:spMkLst>
        </pc:spChg>
      </pc:sldChg>
      <pc:sldChg chg="delSp modSp add replId">
        <pc:chgData name="mvcheikhna@gmail.com" userId="bbc6b06264c87aa5" providerId="Windows Live" clId="Web-{32F8F057-44F4-4847-A2B3-551CB3636AD0}" dt="2025-06-02T21:20:05.589" v="526" actId="20577"/>
        <pc:sldMkLst>
          <pc:docMk/>
          <pc:sldMk cId="1526377044" sldId="276"/>
        </pc:sldMkLst>
        <pc:spChg chg="del mod">
          <ac:chgData name="mvcheikhna@gmail.com" userId="bbc6b06264c87aa5" providerId="Windows Live" clId="Web-{32F8F057-44F4-4847-A2B3-551CB3636AD0}" dt="2025-06-02T21:19:22.884" v="521"/>
          <ac:spMkLst>
            <pc:docMk/>
            <pc:sldMk cId="1526377044" sldId="276"/>
            <ac:spMk id="2" creationId="{0509D8C0-4A8D-9D78-EA9B-3FD8B59F1EFF}"/>
          </ac:spMkLst>
        </pc:spChg>
        <pc:spChg chg="mod">
          <ac:chgData name="mvcheikhna@gmail.com" userId="bbc6b06264c87aa5" providerId="Windows Live" clId="Web-{32F8F057-44F4-4847-A2B3-551CB3636AD0}" dt="2025-06-02T21:20:05.589" v="526" actId="20577"/>
          <ac:spMkLst>
            <pc:docMk/>
            <pc:sldMk cId="1526377044" sldId="276"/>
            <ac:spMk id="3" creationId="{BB5470EF-AEEE-7143-EB61-57511D855E94}"/>
          </ac:spMkLst>
        </pc:spChg>
      </pc:sldChg>
      <pc:sldMasterChg chg="del delSldLayout">
        <pc:chgData name="mvcheikhna@gmail.com" userId="bbc6b06264c87aa5" providerId="Windows Live" clId="Web-{32F8F057-44F4-4847-A2B3-551CB3636AD0}" dt="2025-06-02T20:29:46.471" v="0"/>
        <pc:sldMasterMkLst>
          <pc:docMk/>
          <pc:sldMasterMk cId="2460954070" sldId="2147483660"/>
        </pc:sldMasterMkLst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mvcheikhna@gmail.com" userId="bbc6b06264c87aa5" providerId="Windows Live" clId="Web-{32F8F057-44F4-4847-A2B3-551CB3636AD0}" dt="2025-06-02T20:29:46.471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mvcheikhna@gmail.com" userId="bbc6b06264c87aa5" providerId="Windows Live" clId="Web-{32F8F057-44F4-4847-A2B3-551CB3636AD0}" dt="2025-06-02T20:29:55.565" v="1"/>
        <pc:sldMasterMkLst>
          <pc:docMk/>
          <pc:sldMasterMk cId="3363776377" sldId="2147483672"/>
        </pc:sldMasterMkLst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3650360232" sldId="2147483673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1154674950" sldId="2147483674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2112368887" sldId="2147483675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2494251024" sldId="2147483676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1565083979" sldId="2147483677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3018113711" sldId="2147483678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3993690804" sldId="2147483679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223668517" sldId="2147483680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2527248532" sldId="2147483681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1056986443" sldId="2147483682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29:55.565" v="1"/>
          <pc:sldLayoutMkLst>
            <pc:docMk/>
            <pc:sldMasterMk cId="3363776377" sldId="2147483672"/>
            <pc:sldLayoutMk cId="2684231778" sldId="2147483683"/>
          </pc:sldLayoutMkLst>
        </pc:sldLayoutChg>
      </pc:sldMasterChg>
      <pc:sldMasterChg chg="add del addSldLayout delSldLayout modSldLayout">
        <pc:chgData name="mvcheikhna@gmail.com" userId="bbc6b06264c87aa5" providerId="Windows Live" clId="Web-{32F8F057-44F4-4847-A2B3-551CB3636AD0}" dt="2025-06-02T20:30:23.879" v="2"/>
        <pc:sldMasterMkLst>
          <pc:docMk/>
          <pc:sldMasterMk cId="4089955739" sldId="2147483684"/>
        </pc:sldMasterMkLst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3935832424" sldId="2147483685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3743231460" sldId="2147483686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2524235505" sldId="2147483687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1716010100" sldId="2147483688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92617017" sldId="2147483689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2971490793" sldId="2147483690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535747015" sldId="2147483691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2380234335" sldId="2147483692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370325995" sldId="2147483693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1444658628" sldId="2147483694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290494954" sldId="2147483695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2001664875" sldId="2147483696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482728729" sldId="2147483697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189055341" sldId="2147483698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2920833061" sldId="2147483699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3041884852" sldId="2147483700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23.879" v="2"/>
          <pc:sldLayoutMkLst>
            <pc:docMk/>
            <pc:sldMasterMk cId="4089955739" sldId="2147483684"/>
            <pc:sldLayoutMk cId="1589311766" sldId="2147483701"/>
          </pc:sldLayoutMkLst>
        </pc:sldLayoutChg>
      </pc:sldMasterChg>
      <pc:sldMasterChg chg="add del addSldLayout delSldLayout modSldLayout">
        <pc:chgData name="mvcheikhna@gmail.com" userId="bbc6b06264c87aa5" providerId="Windows Live" clId="Web-{32F8F057-44F4-4847-A2B3-551CB3636AD0}" dt="2025-06-02T20:30:49.161" v="3"/>
        <pc:sldMasterMkLst>
          <pc:docMk/>
          <pc:sldMasterMk cId="57857234" sldId="2147483702"/>
        </pc:sldMasterMkLst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753288542" sldId="2147483703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1233368367" sldId="2147483704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2970285475" sldId="2147483705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1294330451" sldId="2147483706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1524459289" sldId="2147483707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1345316728" sldId="2147483708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3314918425" sldId="2147483709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3458963990" sldId="2147483710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316907829" sldId="2147483711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4187155086" sldId="2147483712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1048714480" sldId="2147483713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900710281" sldId="2147483714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3790087195" sldId="2147483715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3659623693" sldId="2147483716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4175251810" sldId="2147483717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3915238002" sldId="2147483718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0:49.161" v="3"/>
          <pc:sldLayoutMkLst>
            <pc:docMk/>
            <pc:sldMasterMk cId="57857234" sldId="2147483702"/>
            <pc:sldLayoutMk cId="3853049363" sldId="2147483719"/>
          </pc:sldLayoutMkLst>
        </pc:sldLayoutChg>
      </pc:sldMasterChg>
      <pc:sldMasterChg chg="add del addSldLayout delSldLayout modSldLayout">
        <pc:chgData name="mvcheikhna@gmail.com" userId="bbc6b06264c87aa5" providerId="Windows Live" clId="Web-{32F8F057-44F4-4847-A2B3-551CB3636AD0}" dt="2025-06-02T20:31:15.209" v="4"/>
        <pc:sldMasterMkLst>
          <pc:docMk/>
          <pc:sldMasterMk cId="4169241070" sldId="2147483720"/>
        </pc:sldMasterMkLst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1805310087" sldId="2147483721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2848310704" sldId="2147483722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3329735549" sldId="2147483723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2052347095" sldId="2147483724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1723094846" sldId="2147483725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929318552" sldId="2147483726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160233447" sldId="2147483727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485317852" sldId="2147483728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346934682" sldId="2147483729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2830401279" sldId="2147483730"/>
          </pc:sldLayoutMkLst>
        </pc:sldLayoutChg>
        <pc:sldLayoutChg chg="add del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4169241070" sldId="2147483720"/>
            <pc:sldLayoutMk cId="4223771912" sldId="2147483731"/>
          </pc:sldLayoutMkLst>
        </pc:sldLayoutChg>
      </pc:sldMasterChg>
      <pc:sldMasterChg chg="add addSldLayout modSldLayout">
        <pc:chgData name="mvcheikhna@gmail.com" userId="bbc6b06264c87aa5" providerId="Windows Live" clId="Web-{32F8F057-44F4-4847-A2B3-551CB3636AD0}" dt="2025-06-02T20:31:15.209" v="4"/>
        <pc:sldMasterMkLst>
          <pc:docMk/>
          <pc:sldMasterMk cId="1550679821" sldId="2147483732"/>
        </pc:sldMasterMkLst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3720172491" sldId="2147483733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2349916078" sldId="2147483734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1532495604" sldId="2147483735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3666207729" sldId="2147483736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1803706740" sldId="2147483737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241352692" sldId="2147483738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4130576948" sldId="2147483739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4059425088" sldId="2147483740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2158681241" sldId="2147483741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1339672153" sldId="2147483742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3335616824" sldId="2147483743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3971284349" sldId="2147483744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4179854595" sldId="2147483745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576451461" sldId="2147483746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4053545879" sldId="2147483747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4206381332" sldId="2147483748"/>
          </pc:sldLayoutMkLst>
        </pc:sldLayoutChg>
        <pc:sldLayoutChg chg="add mod replId">
          <pc:chgData name="mvcheikhna@gmail.com" userId="bbc6b06264c87aa5" providerId="Windows Live" clId="Web-{32F8F057-44F4-4847-A2B3-551CB3636AD0}" dt="2025-06-02T20:31:15.209" v="4"/>
          <pc:sldLayoutMkLst>
            <pc:docMk/>
            <pc:sldMasterMk cId="1550679821" sldId="2147483732"/>
            <pc:sldLayoutMk cId="1747952833" sldId="21474837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17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91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49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20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0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7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2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68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72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616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1284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54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451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545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813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5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6798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Arbre de decision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Presente</a:t>
            </a:r>
            <a:r>
              <a:rPr lang="en-US" dirty="0"/>
              <a:t> par: MOHAMED VADEL CHEIKHNA </a:t>
            </a:r>
            <a:r>
              <a:rPr lang="en-US" dirty="0" err="1"/>
              <a:t>SID'mhamed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8BDC-C37C-D8F5-0C20-0B26C99A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Etape: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6689E-79C8-3A71-E060-1B29A28FA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err="1"/>
              <a:t>Generiliddation</a:t>
            </a:r>
            <a:r>
              <a:rPr lang="en-US" dirty="0"/>
              <a:t> de </a:t>
            </a:r>
            <a:r>
              <a:rPr lang="en-US" err="1"/>
              <a:t>larbre</a:t>
            </a:r>
            <a:r>
              <a:rPr lang="en-US" dirty="0"/>
              <a:t> de decision:</a:t>
            </a:r>
            <a:endParaRPr lang="en-US"/>
          </a:p>
          <a:p>
            <a:pPr marL="0" indent="0">
              <a:buClr>
                <a:srgbClr val="8AD0D6"/>
              </a:buClr>
              <a:buNone/>
            </a:pPr>
            <a:r>
              <a:rPr lang="en-US" dirty="0"/>
              <a:t> </a:t>
            </a:r>
            <a:r>
              <a:rPr lang="en-US" sz="2200"/>
              <a:t>A)</a:t>
            </a:r>
            <a:r>
              <a:rPr lang="en-US" sz="2200" err="1"/>
              <a:t>alghorithme</a:t>
            </a:r>
            <a:r>
              <a:rPr lang="en-US" sz="2200"/>
              <a:t>(id3..)</a:t>
            </a:r>
          </a:p>
          <a:p>
            <a:pPr marL="0" indent="0">
              <a:buNone/>
            </a:pPr>
            <a:r>
              <a:rPr lang="en-US" sz="2200" dirty="0"/>
              <a:t>     </a:t>
            </a:r>
            <a:r>
              <a:rPr lang="en-US" sz="2200" dirty="0" err="1"/>
              <a:t>Mesure</a:t>
            </a:r>
            <a:r>
              <a:rPr lang="en-US" sz="2200" dirty="0"/>
              <a:t> </a:t>
            </a:r>
            <a:r>
              <a:rPr lang="en-US" sz="2200" dirty="0" err="1"/>
              <a:t>dincertude</a:t>
            </a:r>
            <a:r>
              <a:rPr lang="en-US" sz="2200" dirty="0"/>
              <a:t>(</a:t>
            </a:r>
            <a:r>
              <a:rPr lang="en-US" sz="2200" dirty="0" err="1"/>
              <a:t>entropi</a:t>
            </a:r>
            <a:r>
              <a:rPr lang="en-US" sz="2200" dirty="0"/>
              <a:t>)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 err="1"/>
              <a:t>Elaguer</a:t>
            </a:r>
            <a:r>
              <a:rPr lang="en-US" dirty="0"/>
              <a:t> </a:t>
            </a:r>
            <a:r>
              <a:rPr lang="en-US" dirty="0" err="1"/>
              <a:t>l'arbre</a:t>
            </a:r>
            <a:r>
              <a:rPr lang="en-US" dirty="0"/>
              <a:t> de decision</a:t>
            </a:r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dirty="0"/>
              <a:t>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12478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178D7-2E26-603C-FCAC-80649D23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734" y="2508680"/>
            <a:ext cx="9404723" cy="1400530"/>
          </a:xfrm>
        </p:spPr>
        <p:txBody>
          <a:bodyPr/>
          <a:lstStyle/>
          <a:p>
            <a:r>
              <a:rPr lang="en-US" dirty="0"/>
              <a:t>3-generilisation de </a:t>
            </a:r>
            <a:r>
              <a:rPr lang="en-US" dirty="0" err="1"/>
              <a:t>l'arbre</a:t>
            </a:r>
            <a:r>
              <a:rPr lang="en-US" dirty="0"/>
              <a:t> de decision</a:t>
            </a:r>
          </a:p>
        </p:txBody>
      </p:sp>
    </p:spTree>
    <p:extLst>
      <p:ext uri="{BB962C8B-B14F-4D97-AF65-F5344CB8AC3E}">
        <p14:creationId xmlns:p14="http://schemas.microsoft.com/office/powerpoint/2010/main" val="214856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DEBB-2CD1-519A-ED12-F1DF4017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A-Depart</a:t>
            </a:r>
            <a:r>
              <a:rPr lang="en-US" dirty="0" err="1">
                <a:solidFill>
                  <a:srgbClr val="EBEBEB"/>
                </a:solidFill>
                <a:ea typeface="+mj-lt"/>
                <a:cs typeface="+mj-lt"/>
              </a:rPr>
              <a:t>:toutes</a:t>
            </a: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 les instances </a:t>
            </a:r>
            <a:r>
              <a:rPr lang="en-US" dirty="0" err="1">
                <a:solidFill>
                  <a:srgbClr val="EBEBEB"/>
                </a:solidFill>
                <a:ea typeface="+mj-lt"/>
                <a:cs typeface="+mj-lt"/>
              </a:rPr>
              <a:t>sont</a:t>
            </a: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 à la </a:t>
            </a:r>
            <a:r>
              <a:rPr lang="en-US" dirty="0" err="1">
                <a:solidFill>
                  <a:srgbClr val="EBEBEB"/>
                </a:solidFill>
                <a:ea typeface="+mj-lt"/>
                <a:cs typeface="+mj-lt"/>
              </a:rPr>
              <a:t>racine</a:t>
            </a: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41CEB-157C-731E-F073-A1142E1E7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9967333" cy="59063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</a:pPr>
            <a:r>
              <a:rPr lang="en-US" sz="3600" err="1">
                <a:ea typeface="+mj-lt"/>
                <a:cs typeface="+mj-lt"/>
              </a:rPr>
              <a:t>C’est</a:t>
            </a:r>
            <a:r>
              <a:rPr lang="en-US" sz="3600" dirty="0">
                <a:ea typeface="+mj-lt"/>
                <a:cs typeface="+mj-lt"/>
              </a:rPr>
              <a:t> le début : </a:t>
            </a:r>
            <a:r>
              <a:rPr lang="en-US" sz="3600" err="1">
                <a:ea typeface="+mj-lt"/>
                <a:cs typeface="+mj-lt"/>
              </a:rPr>
              <a:t>toutes</a:t>
            </a:r>
            <a:r>
              <a:rPr lang="en-US" sz="3600" dirty="0">
                <a:ea typeface="+mj-lt"/>
                <a:cs typeface="+mj-lt"/>
              </a:rPr>
              <a:t> les données </a:t>
            </a:r>
            <a:r>
              <a:rPr lang="en-US" sz="3600" err="1">
                <a:ea typeface="+mj-lt"/>
                <a:cs typeface="+mj-lt"/>
              </a:rPr>
              <a:t>d’apprentissage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err="1">
                <a:ea typeface="+mj-lt"/>
                <a:cs typeface="+mj-lt"/>
              </a:rPr>
              <a:t>sont</a:t>
            </a:r>
            <a:r>
              <a:rPr lang="en-US" sz="3600" dirty="0">
                <a:ea typeface="+mj-lt"/>
                <a:cs typeface="+mj-lt"/>
              </a:rPr>
              <a:t> dans un seul </a:t>
            </a:r>
            <a:r>
              <a:rPr lang="en-US" sz="3600" err="1">
                <a:ea typeface="+mj-lt"/>
                <a:cs typeface="+mj-lt"/>
              </a:rPr>
              <a:t>groupe</a:t>
            </a:r>
            <a:r>
              <a:rPr lang="en-US" sz="3600" dirty="0">
                <a:ea typeface="+mj-lt"/>
                <a:cs typeface="+mj-lt"/>
              </a:rPr>
              <a:t>, à la </a:t>
            </a:r>
            <a:r>
              <a:rPr lang="en-US" sz="3600" err="1">
                <a:ea typeface="+mj-lt"/>
                <a:cs typeface="+mj-lt"/>
              </a:rPr>
              <a:t>racine</a:t>
            </a:r>
            <a:r>
              <a:rPr lang="en-US" sz="3600" dirty="0">
                <a:ea typeface="+mj-lt"/>
                <a:cs typeface="+mj-lt"/>
              </a:rPr>
              <a:t> de </a:t>
            </a:r>
            <a:r>
              <a:rPr lang="en-US" sz="3600" err="1">
                <a:ea typeface="+mj-lt"/>
                <a:cs typeface="+mj-lt"/>
              </a:rPr>
              <a:t>l’arbre</a:t>
            </a:r>
            <a:r>
              <a:rPr lang="en-US" sz="3600" dirty="0">
                <a:ea typeface="+mj-lt"/>
                <a:cs typeface="+mj-lt"/>
              </a:rPr>
              <a:t> (le tout premier </a:t>
            </a:r>
            <a:r>
              <a:rPr lang="en-US" sz="3600" err="1">
                <a:ea typeface="+mj-lt"/>
                <a:cs typeface="+mj-lt"/>
              </a:rPr>
              <a:t>nœud</a:t>
            </a:r>
            <a:r>
              <a:rPr lang="en-US" sz="3600" dirty="0">
                <a:ea typeface="+mj-lt"/>
                <a:cs typeface="+mj-lt"/>
              </a:rPr>
              <a:t>).</a:t>
            </a:r>
          </a:p>
          <a:p>
            <a:pPr>
              <a:buClr>
                <a:srgbClr val="8AD0D6"/>
              </a:buClr>
            </a:pPr>
            <a:endParaRPr lang="en-US" sz="3600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endParaRPr lang="en-US" dirty="0">
              <a:ea typeface="+mj-lt"/>
              <a:cs typeface="+mj-lt"/>
            </a:endParaRPr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       </a:t>
            </a:r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65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2279-93BA-FF4E-FCA6-72328970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</a:t>
            </a:r>
            <a:r>
              <a:rPr lang="en-US" dirty="0" err="1">
                <a:ea typeface="+mj-lt"/>
                <a:cs typeface="+mj-lt"/>
              </a:rPr>
              <a:t>Choisir</a:t>
            </a:r>
            <a:r>
              <a:rPr lang="en-US" dirty="0">
                <a:ea typeface="+mj-lt"/>
                <a:cs typeface="+mj-lt"/>
              </a:rPr>
              <a:t> un </a:t>
            </a:r>
            <a:r>
              <a:rPr lang="en-US" dirty="0" err="1">
                <a:ea typeface="+mj-lt"/>
                <a:cs typeface="+mj-lt"/>
              </a:rPr>
              <a:t>attribut</a:t>
            </a:r>
            <a:r>
              <a:rPr lang="en-US" dirty="0">
                <a:ea typeface="+mj-lt"/>
                <a:cs typeface="+mj-lt"/>
              </a:rPr>
              <a:t> + split (test de </a:t>
            </a:r>
            <a:r>
              <a:rPr lang="en-US" dirty="0" err="1">
                <a:ea typeface="+mj-lt"/>
                <a:cs typeface="+mj-lt"/>
              </a:rPr>
              <a:t>séparation</a:t>
            </a:r>
            <a:r>
              <a:rPr lang="en-US" dirty="0">
                <a:ea typeface="+mj-lt"/>
                <a:cs typeface="+mj-lt"/>
              </a:rPr>
              <a:t>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0DDE-7FCB-36EC-C658-04625488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 err="1">
                <a:ea typeface="+mj-lt"/>
                <a:cs typeface="+mj-lt"/>
              </a:rPr>
              <a:t>algorithme</a:t>
            </a:r>
            <a:r>
              <a:rPr lang="en-US" sz="3600" dirty="0">
                <a:ea typeface="+mj-lt"/>
                <a:cs typeface="+mj-lt"/>
              </a:rPr>
              <a:t> (id3)</a:t>
            </a:r>
            <a:r>
              <a:rPr lang="en-US" sz="3600" dirty="0" err="1">
                <a:ea typeface="+mj-lt"/>
                <a:cs typeface="+mj-lt"/>
              </a:rPr>
              <a:t>cherche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l’attribut</a:t>
            </a:r>
            <a:r>
              <a:rPr lang="en-US" sz="3600" dirty="0">
                <a:ea typeface="+mj-lt"/>
                <a:cs typeface="+mj-lt"/>
              </a:rPr>
              <a:t> qui </a:t>
            </a:r>
            <a:r>
              <a:rPr lang="en-US" sz="3600" dirty="0" err="1">
                <a:ea typeface="+mj-lt"/>
                <a:cs typeface="+mj-lt"/>
              </a:rPr>
              <a:t>permet</a:t>
            </a:r>
            <a:r>
              <a:rPr lang="en-US" sz="3600" dirty="0">
                <a:ea typeface="+mj-lt"/>
                <a:cs typeface="+mj-lt"/>
              </a:rPr>
              <a:t> de </a:t>
            </a:r>
            <a:r>
              <a:rPr lang="en-US" sz="3600" dirty="0" err="1">
                <a:ea typeface="+mj-lt"/>
                <a:cs typeface="+mj-lt"/>
              </a:rPr>
              <a:t>mieux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séparer</a:t>
            </a:r>
            <a:r>
              <a:rPr lang="en-US" sz="3600" dirty="0">
                <a:ea typeface="+mj-lt"/>
                <a:cs typeface="+mj-lt"/>
              </a:rPr>
              <a:t> les données </a:t>
            </a:r>
            <a:r>
              <a:rPr lang="en-US" sz="3600" dirty="0" err="1">
                <a:ea typeface="+mj-lt"/>
                <a:cs typeface="+mj-lt"/>
              </a:rPr>
              <a:t>selon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leur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classe</a:t>
            </a:r>
            <a:r>
              <a:rPr lang="en-US" sz="3600" dirty="0">
                <a:ea typeface="+mj-lt"/>
                <a:cs typeface="+mj-lt"/>
              </a:rPr>
              <a:t>.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sz="3600" dirty="0">
                <a:ea typeface="+mj-lt"/>
                <a:cs typeface="+mj-lt"/>
              </a:rPr>
              <a:t>  il </a:t>
            </a:r>
            <a:r>
              <a:rPr lang="en-US" sz="3600" dirty="0" err="1">
                <a:ea typeface="+mj-lt"/>
                <a:cs typeface="+mj-lt"/>
              </a:rPr>
              <a:t>utilise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une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mesure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dincertude</a:t>
            </a:r>
            <a:r>
              <a:rPr lang="en-US" sz="3600" dirty="0">
                <a:ea typeface="+mj-lt"/>
                <a:cs typeface="+mj-lt"/>
              </a:rPr>
              <a:t> (</a:t>
            </a:r>
            <a:r>
              <a:rPr lang="en-US" sz="3600" dirty="0" err="1">
                <a:ea typeface="+mj-lt"/>
                <a:cs typeface="+mj-lt"/>
              </a:rPr>
              <a:t>comme</a:t>
            </a:r>
            <a:r>
              <a:rPr lang="en-US" sz="3600" dirty="0">
                <a:ea typeface="+mj-lt"/>
                <a:cs typeface="+mj-lt"/>
              </a:rPr>
              <a:t> le gain </a:t>
            </a:r>
            <a:r>
              <a:rPr lang="en-US" sz="3600" dirty="0" err="1">
                <a:ea typeface="+mj-lt"/>
                <a:cs typeface="+mj-lt"/>
              </a:rPr>
              <a:t>d'information</a:t>
            </a:r>
            <a:r>
              <a:rPr lang="en-US" sz="3600" dirty="0">
                <a:ea typeface="+mj-lt"/>
                <a:cs typeface="+mj-lt"/>
              </a:rPr>
              <a:t>, </a:t>
            </a:r>
            <a:r>
              <a:rPr lang="en-US" sz="3600" dirty="0" err="1">
                <a:ea typeface="+mj-lt"/>
                <a:cs typeface="+mj-lt"/>
              </a:rPr>
              <a:t>l'indice</a:t>
            </a:r>
            <a:r>
              <a:rPr lang="en-US" sz="3600" dirty="0">
                <a:ea typeface="+mj-lt"/>
                <a:cs typeface="+mj-lt"/>
              </a:rPr>
              <a:t> de Gini, etc.).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55592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0E12-441C-DBCB-0660-0B7F3F5E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C-</a:t>
            </a:r>
            <a:r>
              <a:rPr lang="en-US" dirty="0" err="1">
                <a:ea typeface="+mj-lt"/>
                <a:cs typeface="+mj-lt"/>
              </a:rPr>
              <a:t>Partitionner</a:t>
            </a:r>
            <a:r>
              <a:rPr lang="en-US" dirty="0">
                <a:ea typeface="+mj-lt"/>
                <a:cs typeface="+mj-lt"/>
              </a:rPr>
              <a:t> les données: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BD9E-DD36-2ADA-93FF-589CE4624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En </a:t>
            </a:r>
            <a:r>
              <a:rPr lang="en-US" sz="3600" err="1">
                <a:ea typeface="+mj-lt"/>
                <a:cs typeface="+mj-lt"/>
              </a:rPr>
              <a:t>fonction</a:t>
            </a:r>
            <a:r>
              <a:rPr lang="en-US" sz="3600" dirty="0">
                <a:ea typeface="+mj-lt"/>
                <a:cs typeface="+mj-lt"/>
              </a:rPr>
              <a:t> de la condition (split), on </a:t>
            </a:r>
            <a:r>
              <a:rPr lang="en-US" sz="3600" err="1">
                <a:ea typeface="+mj-lt"/>
                <a:cs typeface="+mj-lt"/>
              </a:rPr>
              <a:t>divise</a:t>
            </a:r>
            <a:r>
              <a:rPr lang="en-US" sz="3600" dirty="0">
                <a:ea typeface="+mj-lt"/>
                <a:cs typeface="+mj-lt"/>
              </a:rPr>
              <a:t> les instances :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sz="3600" dirty="0">
                <a:ea typeface="+mj-lt"/>
                <a:cs typeface="+mj-lt"/>
              </a:rPr>
              <a:t>    </a:t>
            </a:r>
            <a:r>
              <a:rPr lang="en-US" sz="3600" dirty="0" err="1">
                <a:ea typeface="+mj-lt"/>
                <a:cs typeface="+mj-lt"/>
              </a:rPr>
              <a:t>Chaque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branche</a:t>
            </a:r>
            <a:r>
              <a:rPr lang="en-US" sz="3600" dirty="0">
                <a:ea typeface="+mj-lt"/>
                <a:cs typeface="+mj-lt"/>
              </a:rPr>
              <a:t> correspond à </a:t>
            </a:r>
            <a:r>
              <a:rPr lang="en-US" sz="3600" dirty="0" err="1">
                <a:ea typeface="+mj-lt"/>
                <a:cs typeface="+mj-lt"/>
              </a:rPr>
              <a:t>une</a:t>
            </a:r>
            <a:r>
              <a:rPr lang="en-US" sz="3600" dirty="0">
                <a:ea typeface="+mj-lt"/>
                <a:cs typeface="+mj-lt"/>
              </a:rPr>
              <a:t>    </a:t>
            </a:r>
            <a:r>
              <a:rPr lang="en-US" sz="3600" dirty="0" err="1">
                <a:ea typeface="+mj-lt"/>
                <a:cs typeface="+mj-lt"/>
              </a:rPr>
              <a:t>valeur</a:t>
            </a:r>
            <a:r>
              <a:rPr lang="en-US" sz="3600" dirty="0">
                <a:ea typeface="+mj-lt"/>
                <a:cs typeface="+mj-lt"/>
              </a:rPr>
              <a:t> du test, et les données </a:t>
            </a:r>
            <a:r>
              <a:rPr lang="en-US" sz="3600" dirty="0" err="1">
                <a:ea typeface="+mj-lt"/>
                <a:cs typeface="+mj-lt"/>
              </a:rPr>
              <a:t>sont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distribuées</a:t>
            </a:r>
            <a:r>
              <a:rPr lang="en-US" sz="3600" dirty="0">
                <a:ea typeface="+mj-lt"/>
                <a:cs typeface="+mj-lt"/>
              </a:rPr>
              <a:t> dans les </a:t>
            </a:r>
            <a:r>
              <a:rPr lang="en-US" sz="3600" dirty="0" err="1">
                <a:ea typeface="+mj-lt"/>
                <a:cs typeface="+mj-lt"/>
              </a:rPr>
              <a:t>nœuds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fils</a:t>
            </a:r>
            <a:r>
              <a:rPr lang="en-US" sz="3600" dirty="0">
                <a:ea typeface="+mj-lt"/>
                <a:cs typeface="+mj-lt"/>
              </a:rPr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37399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5EF1-71F7-0543-3D97-3859F9CA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D-</a:t>
            </a:r>
            <a:r>
              <a:rPr lang="en-US" dirty="0" err="1">
                <a:ea typeface="+mj-lt"/>
                <a:cs typeface="+mj-lt"/>
              </a:rPr>
              <a:t>Traiter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chaque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nœud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fils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récursivement</a:t>
            </a:r>
            <a:r>
              <a:rPr lang="en-US" dirty="0">
                <a:ea typeface="+mj-lt"/>
                <a:cs typeface="+mj-lt"/>
              </a:rPr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C75B5-3F74-6027-54D7-926096F05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 dirty="0">
                <a:ea typeface="+mj-lt"/>
                <a:cs typeface="+mj-lt"/>
              </a:rPr>
              <a:t>Pour </a:t>
            </a:r>
            <a:r>
              <a:rPr lang="en-US" sz="3600" err="1">
                <a:ea typeface="+mj-lt"/>
                <a:cs typeface="+mj-lt"/>
              </a:rPr>
              <a:t>chaque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err="1">
                <a:ea typeface="+mj-lt"/>
                <a:cs typeface="+mj-lt"/>
              </a:rPr>
              <a:t>nœud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err="1">
                <a:ea typeface="+mj-lt"/>
                <a:cs typeface="+mj-lt"/>
              </a:rPr>
              <a:t>fils</a:t>
            </a:r>
            <a:r>
              <a:rPr lang="en-US" sz="3600" dirty="0">
                <a:ea typeface="+mj-lt"/>
                <a:cs typeface="+mj-lt"/>
              </a:rPr>
              <a:t>, on </a:t>
            </a:r>
            <a:r>
              <a:rPr lang="en-US" sz="3600" err="1">
                <a:ea typeface="+mj-lt"/>
                <a:cs typeface="+mj-lt"/>
              </a:rPr>
              <a:t>répète</a:t>
            </a:r>
            <a:r>
              <a:rPr lang="en-US" sz="3600" dirty="0">
                <a:ea typeface="+mj-lt"/>
                <a:cs typeface="+mj-lt"/>
              </a:rPr>
              <a:t> le processus :</a:t>
            </a:r>
            <a:endParaRPr lang="en-US" sz="3600" dirty="0"/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On </a:t>
            </a:r>
            <a:r>
              <a:rPr lang="en-US" sz="3600" err="1">
                <a:ea typeface="+mj-lt"/>
                <a:cs typeface="+mj-lt"/>
              </a:rPr>
              <a:t>cherche</a:t>
            </a:r>
            <a:r>
              <a:rPr lang="en-US" sz="3600" dirty="0">
                <a:ea typeface="+mj-lt"/>
                <a:cs typeface="+mj-lt"/>
              </a:rPr>
              <a:t> un </a:t>
            </a:r>
            <a:r>
              <a:rPr lang="en-US" sz="3600" err="1">
                <a:ea typeface="+mj-lt"/>
                <a:cs typeface="+mj-lt"/>
              </a:rPr>
              <a:t>nouvel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err="1">
                <a:ea typeface="+mj-lt"/>
                <a:cs typeface="+mj-lt"/>
              </a:rPr>
              <a:t>attribut</a:t>
            </a:r>
            <a:endParaRPr lang="en-US" sz="360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On </a:t>
            </a:r>
            <a:r>
              <a:rPr lang="en-US" sz="3600" err="1">
                <a:ea typeface="+mj-lt"/>
                <a:cs typeface="+mj-lt"/>
              </a:rPr>
              <a:t>choisit</a:t>
            </a:r>
            <a:r>
              <a:rPr lang="en-US" sz="3600" dirty="0">
                <a:ea typeface="+mj-lt"/>
                <a:cs typeface="+mj-lt"/>
              </a:rPr>
              <a:t> un split</a:t>
            </a:r>
          </a:p>
          <a:p>
            <a:pPr>
              <a:buClr>
                <a:srgbClr val="8AD0D6"/>
              </a:buClr>
            </a:pPr>
            <a:r>
              <a:rPr lang="en-US" sz="3600" dirty="0">
                <a:ea typeface="+mj-lt"/>
                <a:cs typeface="+mj-lt"/>
              </a:rPr>
              <a:t>On </a:t>
            </a:r>
            <a:r>
              <a:rPr lang="en-US" sz="3600" err="1">
                <a:ea typeface="+mj-lt"/>
                <a:cs typeface="+mj-lt"/>
              </a:rPr>
              <a:t>divise</a:t>
            </a:r>
            <a:r>
              <a:rPr lang="en-US" sz="3600" dirty="0">
                <a:ea typeface="+mj-lt"/>
                <a:cs typeface="+mj-lt"/>
              </a:rPr>
              <a:t> les données, </a:t>
            </a:r>
            <a:r>
              <a:rPr lang="en-US" sz="3600" err="1">
                <a:ea typeface="+mj-lt"/>
                <a:cs typeface="+mj-lt"/>
              </a:rPr>
              <a:t>etc</a:t>
            </a:r>
            <a:endParaRPr lang="en-US" sz="360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02989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025E-6A30-30B6-6272-70E9E420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E.Arrêter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quand</a:t>
            </a:r>
            <a:r>
              <a:rPr lang="en-US" dirty="0">
                <a:ea typeface="+mj-lt"/>
                <a:cs typeface="+mj-lt"/>
              </a:rPr>
              <a:t> on arrive à un </a:t>
            </a:r>
            <a:r>
              <a:rPr lang="en-US" dirty="0" err="1">
                <a:ea typeface="+mj-lt"/>
                <a:cs typeface="+mj-lt"/>
              </a:rPr>
              <a:t>nœud</a:t>
            </a:r>
            <a:r>
              <a:rPr lang="en-US" dirty="0">
                <a:ea typeface="+mj-lt"/>
                <a:cs typeface="+mj-lt"/>
              </a:rPr>
              <a:t> terminal: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DBC7A-89E0-29F6-4288-37DAFEE24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840" y="2182314"/>
            <a:ext cx="8946541" cy="31459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600" dirty="0">
                <a:ea typeface="+mj-lt"/>
                <a:cs typeface="+mj-lt"/>
              </a:rPr>
              <a:t>Un </a:t>
            </a:r>
            <a:r>
              <a:rPr lang="en-US" sz="3600" dirty="0" err="1">
                <a:ea typeface="+mj-lt"/>
                <a:cs typeface="+mj-lt"/>
              </a:rPr>
              <a:t>nœud</a:t>
            </a:r>
            <a:r>
              <a:rPr lang="en-US" sz="3600" dirty="0">
                <a:ea typeface="+mj-lt"/>
                <a:cs typeface="+mj-lt"/>
              </a:rPr>
              <a:t> </a:t>
            </a:r>
            <a:r>
              <a:rPr lang="en-US" sz="3600" dirty="0" err="1">
                <a:ea typeface="+mj-lt"/>
                <a:cs typeface="+mj-lt"/>
              </a:rPr>
              <a:t>devient</a:t>
            </a:r>
            <a:r>
              <a:rPr lang="en-US" sz="3600" dirty="0">
                <a:ea typeface="+mj-lt"/>
                <a:cs typeface="+mj-lt"/>
              </a:rPr>
              <a:t> terminal (</a:t>
            </a:r>
            <a:r>
              <a:rPr lang="en-US" sz="3600" dirty="0" err="1">
                <a:ea typeface="+mj-lt"/>
                <a:cs typeface="+mj-lt"/>
              </a:rPr>
              <a:t>feuille</a:t>
            </a:r>
            <a:r>
              <a:rPr lang="en-US" sz="3600" dirty="0">
                <a:ea typeface="+mj-lt"/>
                <a:cs typeface="+mj-lt"/>
              </a:rPr>
              <a:t>) </a:t>
            </a:r>
            <a:r>
              <a:rPr lang="en-US" sz="3600" dirty="0" err="1">
                <a:ea typeface="+mj-lt"/>
                <a:cs typeface="+mj-lt"/>
              </a:rPr>
              <a:t>si</a:t>
            </a:r>
            <a:r>
              <a:rPr lang="en-US" sz="3600" dirty="0">
                <a:ea typeface="+mj-lt"/>
                <a:cs typeface="+mj-lt"/>
              </a:rPr>
              <a:t> 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Il </a:t>
            </a:r>
            <a:r>
              <a:rPr lang="en-US" sz="2800" err="1">
                <a:ea typeface="+mj-lt"/>
                <a:cs typeface="+mj-lt"/>
              </a:rPr>
              <a:t>n’y</a:t>
            </a:r>
            <a:r>
              <a:rPr lang="en-US" sz="2800" dirty="0">
                <a:ea typeface="+mj-lt"/>
                <a:cs typeface="+mj-lt"/>
              </a:rPr>
              <a:t> a plus </a:t>
            </a:r>
            <a:r>
              <a:rPr lang="en-US" sz="2800" err="1">
                <a:ea typeface="+mj-lt"/>
                <a:cs typeface="+mj-lt"/>
              </a:rPr>
              <a:t>d’attributs</a:t>
            </a:r>
            <a:r>
              <a:rPr lang="en-US" sz="2800" dirty="0">
                <a:ea typeface="+mj-lt"/>
                <a:cs typeface="+mj-lt"/>
              </a:rPr>
              <a:t> à </a:t>
            </a:r>
            <a:r>
              <a:rPr lang="en-US" sz="2800" err="1">
                <a:ea typeface="+mj-lt"/>
                <a:cs typeface="+mj-lt"/>
              </a:rPr>
              <a:t>utiliser</a:t>
            </a:r>
            <a:endParaRPr lang="en-US" sz="280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Le </a:t>
            </a:r>
            <a:r>
              <a:rPr lang="en-US" sz="2800" err="1">
                <a:ea typeface="+mj-lt"/>
                <a:cs typeface="+mj-lt"/>
              </a:rPr>
              <a:t>nœud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est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pur</a:t>
            </a:r>
            <a:r>
              <a:rPr lang="en-US" sz="2800" dirty="0">
                <a:ea typeface="+mj-lt"/>
                <a:cs typeface="+mj-lt"/>
              </a:rPr>
              <a:t> : </a:t>
            </a:r>
            <a:r>
              <a:rPr lang="en-US" sz="2800" err="1">
                <a:ea typeface="+mj-lt"/>
                <a:cs typeface="+mj-lt"/>
              </a:rPr>
              <a:t>toutes</a:t>
            </a:r>
            <a:r>
              <a:rPr lang="en-US" sz="2800" dirty="0">
                <a:ea typeface="+mj-lt"/>
                <a:cs typeface="+mj-lt"/>
              </a:rPr>
              <a:t> les instances </a:t>
            </a:r>
            <a:r>
              <a:rPr lang="en-US" sz="2800" err="1">
                <a:ea typeface="+mj-lt"/>
                <a:cs typeface="+mj-lt"/>
              </a:rPr>
              <a:t>appartiennent</a:t>
            </a:r>
            <a:r>
              <a:rPr lang="en-US" sz="2800" dirty="0">
                <a:ea typeface="+mj-lt"/>
                <a:cs typeface="+mj-lt"/>
              </a:rPr>
              <a:t> à </a:t>
            </a:r>
            <a:r>
              <a:rPr lang="en-US" sz="2800" err="1">
                <a:ea typeface="+mj-lt"/>
                <a:cs typeface="+mj-lt"/>
              </a:rPr>
              <a:t>une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seule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classe</a:t>
            </a: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Le </a:t>
            </a:r>
            <a:r>
              <a:rPr lang="en-US" sz="2800" err="1">
                <a:ea typeface="+mj-lt"/>
                <a:cs typeface="+mj-lt"/>
              </a:rPr>
              <a:t>nœud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est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presque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pur</a:t>
            </a:r>
            <a:r>
              <a:rPr lang="en-US" sz="2800" dirty="0">
                <a:ea typeface="+mj-lt"/>
                <a:cs typeface="+mj-lt"/>
              </a:rPr>
              <a:t> : par </a:t>
            </a:r>
            <a:r>
              <a:rPr lang="en-US" sz="2800" err="1">
                <a:ea typeface="+mj-lt"/>
                <a:cs typeface="+mj-lt"/>
              </a:rPr>
              <a:t>exemple</a:t>
            </a:r>
            <a:r>
              <a:rPr lang="en-US" sz="2800" dirty="0">
                <a:ea typeface="+mj-lt"/>
                <a:cs typeface="+mj-lt"/>
              </a:rPr>
              <a:t>, 95 % des données </a:t>
            </a:r>
            <a:r>
              <a:rPr lang="en-US" sz="2800" err="1">
                <a:ea typeface="+mj-lt"/>
                <a:cs typeface="+mj-lt"/>
              </a:rPr>
              <a:t>sont</a:t>
            </a:r>
            <a:r>
              <a:rPr lang="en-US" sz="2800" dirty="0">
                <a:ea typeface="+mj-lt"/>
                <a:cs typeface="+mj-lt"/>
              </a:rPr>
              <a:t> dans la </a:t>
            </a:r>
            <a:r>
              <a:rPr lang="en-US" sz="2800" err="1">
                <a:ea typeface="+mj-lt"/>
                <a:cs typeface="+mj-lt"/>
              </a:rPr>
              <a:t>même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classe</a:t>
            </a:r>
            <a:endParaRPr lang="en-US" sz="280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2800" dirty="0">
                <a:ea typeface="+mj-lt"/>
                <a:cs typeface="+mj-lt"/>
              </a:rPr>
              <a:t>Il y a trop peu </a:t>
            </a:r>
            <a:r>
              <a:rPr lang="en-US" sz="2800" err="1">
                <a:ea typeface="+mj-lt"/>
                <a:cs typeface="+mj-lt"/>
              </a:rPr>
              <a:t>d’instances</a:t>
            </a:r>
            <a:r>
              <a:rPr lang="en-US" sz="2800" dirty="0">
                <a:ea typeface="+mj-lt"/>
                <a:cs typeface="+mj-lt"/>
              </a:rPr>
              <a:t> pour continuer (ex. </a:t>
            </a:r>
            <a:r>
              <a:rPr lang="en-US" sz="2800" err="1">
                <a:ea typeface="+mj-lt"/>
                <a:cs typeface="+mj-lt"/>
              </a:rPr>
              <a:t>moins</a:t>
            </a:r>
            <a:r>
              <a:rPr lang="en-US" sz="2800" dirty="0">
                <a:ea typeface="+mj-lt"/>
                <a:cs typeface="+mj-lt"/>
              </a:rPr>
              <a:t> de 2 : C5.0 </a:t>
            </a:r>
            <a:r>
              <a:rPr lang="en-US" sz="2800" err="1">
                <a:ea typeface="+mj-lt"/>
                <a:cs typeface="+mj-lt"/>
              </a:rPr>
              <a:t>arrête</a:t>
            </a:r>
            <a:r>
              <a:rPr lang="en-US" sz="2800" dirty="0">
                <a:ea typeface="+mj-lt"/>
                <a:cs typeface="+mj-lt"/>
              </a:rPr>
              <a:t> à k = 2)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70418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A83AA-C227-4D57-83C0-D57B1CFF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F. </a:t>
            </a:r>
            <a:r>
              <a:rPr lang="en-US" dirty="0" err="1">
                <a:ea typeface="+mj-lt"/>
                <a:cs typeface="+mj-lt"/>
              </a:rPr>
              <a:t>Étiqueter</a:t>
            </a:r>
            <a:r>
              <a:rPr lang="en-US" dirty="0">
                <a:ea typeface="+mj-lt"/>
                <a:cs typeface="+mj-lt"/>
              </a:rPr>
              <a:t> le </a:t>
            </a:r>
            <a:r>
              <a:rPr lang="en-US" dirty="0" err="1">
                <a:ea typeface="+mj-lt"/>
                <a:cs typeface="+mj-lt"/>
              </a:rPr>
              <a:t>nœud</a:t>
            </a:r>
            <a:r>
              <a:rPr lang="en-US" dirty="0">
                <a:ea typeface="+mj-lt"/>
                <a:cs typeface="+mj-lt"/>
              </a:rPr>
              <a:t> terminal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43BA6-668A-F270-863E-06E86D726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Une </a:t>
            </a:r>
            <a:r>
              <a:rPr lang="en-US" sz="4000" err="1">
                <a:ea typeface="+mj-lt"/>
                <a:cs typeface="+mj-lt"/>
              </a:rPr>
              <a:t>fois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qu’un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nœud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est</a:t>
            </a:r>
            <a:r>
              <a:rPr lang="en-US" sz="4000" dirty="0">
                <a:ea typeface="+mj-lt"/>
                <a:cs typeface="+mj-lt"/>
              </a:rPr>
              <a:t> terminal, on </a:t>
            </a:r>
            <a:r>
              <a:rPr lang="en-US" sz="4000" err="1">
                <a:ea typeface="+mj-lt"/>
                <a:cs typeface="+mj-lt"/>
              </a:rPr>
              <a:t>lui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attribue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une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err="1">
                <a:ea typeface="+mj-lt"/>
                <a:cs typeface="+mj-lt"/>
              </a:rPr>
              <a:t>classe</a:t>
            </a:r>
            <a:r>
              <a:rPr lang="en-US" sz="4000" dirty="0">
                <a:ea typeface="+mj-lt"/>
                <a:cs typeface="+mj-lt"/>
              </a:rPr>
              <a:t>.</a:t>
            </a:r>
            <a:endParaRPr lang="en-US" sz="4000" dirty="0"/>
          </a:p>
          <a:p>
            <a:pPr marL="0" indent="0">
              <a:buClr>
                <a:srgbClr val="8AD0D6"/>
              </a:buClr>
              <a:buNone/>
            </a:pPr>
            <a:r>
              <a:rPr lang="en-US" sz="4000" dirty="0">
                <a:ea typeface="+mj-lt"/>
                <a:cs typeface="+mj-lt"/>
              </a:rPr>
              <a:t>         Il </a:t>
            </a:r>
            <a:r>
              <a:rPr lang="en-US" sz="4000" dirty="0" err="1">
                <a:ea typeface="+mj-lt"/>
                <a:cs typeface="+mj-lt"/>
              </a:rPr>
              <a:t>prend</a:t>
            </a:r>
            <a:r>
              <a:rPr lang="en-US" sz="4000" dirty="0">
                <a:ea typeface="+mj-lt"/>
                <a:cs typeface="+mj-lt"/>
              </a:rPr>
              <a:t> la </a:t>
            </a:r>
            <a:r>
              <a:rPr lang="en-US" sz="4000" dirty="0" err="1">
                <a:ea typeface="+mj-lt"/>
                <a:cs typeface="+mj-lt"/>
              </a:rPr>
              <a:t>classe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majoritaire</a:t>
            </a:r>
            <a:r>
              <a:rPr lang="en-US" sz="4000" dirty="0">
                <a:ea typeface="+mj-lt"/>
                <a:cs typeface="+mj-lt"/>
              </a:rPr>
              <a:t>   des instances </a:t>
            </a:r>
            <a:r>
              <a:rPr lang="en-US" sz="4000" dirty="0" err="1">
                <a:ea typeface="+mj-lt"/>
                <a:cs typeface="+mj-lt"/>
              </a:rPr>
              <a:t>qu’il</a:t>
            </a:r>
            <a:r>
              <a:rPr lang="en-US" sz="4000" dirty="0">
                <a:ea typeface="+mj-lt"/>
                <a:cs typeface="+mj-lt"/>
              </a:rPr>
              <a:t> </a:t>
            </a:r>
            <a:r>
              <a:rPr lang="en-US" sz="4000" dirty="0" err="1">
                <a:ea typeface="+mj-lt"/>
                <a:cs typeface="+mj-lt"/>
              </a:rPr>
              <a:t>contien</a:t>
            </a:r>
            <a:endParaRPr lang="en-US" sz="4000" dirty="0" err="1"/>
          </a:p>
        </p:txBody>
      </p:sp>
    </p:spTree>
    <p:extLst>
      <p:ext uri="{BB962C8B-B14F-4D97-AF65-F5344CB8AC3E}">
        <p14:creationId xmlns:p14="http://schemas.microsoft.com/office/powerpoint/2010/main" val="346892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0233-607B-2702-61B4-4A5677D7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G-</a:t>
            </a:r>
            <a:r>
              <a:rPr lang="en-US" dirty="0" err="1"/>
              <a:t>Exemple</a:t>
            </a:r>
            <a:r>
              <a:rPr lang="en-US" dirty="0"/>
              <a:t>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EDCEE-2E06-5B77-8A15-1371112E3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9069"/>
            <a:ext cx="8946541" cy="479933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dirty="0">
                <a:ea typeface="+mj-lt"/>
                <a:cs typeface="+mj-lt"/>
              </a:rPr>
              <a:t>  ID    Ciel         | </a:t>
            </a:r>
            <a:r>
              <a:rPr lang="en-US" dirty="0" err="1">
                <a:ea typeface="+mj-lt"/>
                <a:cs typeface="+mj-lt"/>
              </a:rPr>
              <a:t>Température</a:t>
            </a:r>
            <a:r>
              <a:rPr lang="en-US" dirty="0">
                <a:ea typeface="+mj-lt"/>
                <a:cs typeface="+mj-lt"/>
              </a:rPr>
              <a:t> | </a:t>
            </a:r>
            <a:r>
              <a:rPr lang="en-US" dirty="0" err="1">
                <a:ea typeface="+mj-lt"/>
                <a:cs typeface="+mj-lt"/>
              </a:rPr>
              <a:t>Humidité</a:t>
            </a:r>
            <a:r>
              <a:rPr lang="en-US" dirty="0">
                <a:ea typeface="+mj-lt"/>
                <a:cs typeface="+mj-lt"/>
              </a:rPr>
              <a:t> | Vent   | </a:t>
            </a:r>
            <a:r>
              <a:rPr lang="en-US" dirty="0" err="1">
                <a:ea typeface="+mj-lt"/>
                <a:cs typeface="+mj-lt"/>
              </a:rPr>
              <a:t>JouerTennis</a:t>
            </a:r>
            <a:r>
              <a:rPr lang="en-US" dirty="0">
                <a:ea typeface="+mj-lt"/>
                <a:cs typeface="+mj-lt"/>
              </a:rPr>
              <a:t> |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                 </a:t>
            </a: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   1    </a:t>
            </a:r>
            <a:r>
              <a:rPr lang="en-US" dirty="0" err="1">
                <a:ea typeface="+mj-lt"/>
                <a:cs typeface="+mj-lt"/>
              </a:rPr>
              <a:t>Ensoleillé</a:t>
            </a:r>
            <a:r>
              <a:rPr lang="en-US" dirty="0">
                <a:ea typeface="+mj-lt"/>
                <a:cs typeface="+mj-lt"/>
              </a:rPr>
              <a:t> | </a:t>
            </a:r>
            <a:r>
              <a:rPr lang="en-US" dirty="0" err="1">
                <a:ea typeface="+mj-lt"/>
                <a:cs typeface="+mj-lt"/>
              </a:rPr>
              <a:t>Chaud</a:t>
            </a:r>
            <a:r>
              <a:rPr lang="en-US" dirty="0">
                <a:ea typeface="+mj-lt"/>
                <a:cs typeface="+mj-lt"/>
              </a:rPr>
              <a:t>         Haute  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           Non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2     </a:t>
            </a:r>
            <a:r>
              <a:rPr lang="en-US" dirty="0" err="1">
                <a:ea typeface="+mj-lt"/>
                <a:cs typeface="+mj-lt"/>
              </a:rPr>
              <a:t>Ensoleillé</a:t>
            </a:r>
            <a:r>
              <a:rPr lang="en-US" dirty="0">
                <a:ea typeface="+mj-lt"/>
                <a:cs typeface="+mj-lt"/>
              </a:rPr>
              <a:t> | </a:t>
            </a:r>
            <a:r>
              <a:rPr lang="en-US" dirty="0" err="1">
                <a:ea typeface="+mj-lt"/>
                <a:cs typeface="+mj-lt"/>
              </a:rPr>
              <a:t>Chaud</a:t>
            </a:r>
            <a:r>
              <a:rPr lang="en-US" dirty="0">
                <a:ea typeface="+mj-lt"/>
                <a:cs typeface="+mj-lt"/>
              </a:rPr>
              <a:t>         Haute    | Fort               Non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3     </a:t>
            </a:r>
            <a:r>
              <a:rPr lang="en-US" dirty="0" err="1">
                <a:ea typeface="+mj-lt"/>
                <a:cs typeface="+mj-lt"/>
              </a:rPr>
              <a:t>Couvert</a:t>
            </a:r>
            <a:r>
              <a:rPr lang="en-US" dirty="0">
                <a:ea typeface="+mj-lt"/>
                <a:cs typeface="+mj-lt"/>
              </a:rPr>
              <a:t>    | </a:t>
            </a:r>
            <a:r>
              <a:rPr lang="en-US" dirty="0" err="1">
                <a:ea typeface="+mj-lt"/>
                <a:cs typeface="+mj-lt"/>
              </a:rPr>
              <a:t>Chaud</a:t>
            </a:r>
            <a:r>
              <a:rPr lang="en-US" dirty="0">
                <a:ea typeface="+mj-lt"/>
                <a:cs typeface="+mj-lt"/>
              </a:rPr>
              <a:t>         Haute  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         Oui         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4     </a:t>
            </a:r>
            <a:r>
              <a:rPr lang="en-US" dirty="0" err="1">
                <a:ea typeface="+mj-lt"/>
                <a:cs typeface="+mj-lt"/>
              </a:rPr>
              <a:t>Pluvieux</a:t>
            </a:r>
            <a:r>
              <a:rPr lang="en-US" dirty="0">
                <a:ea typeface="+mj-lt"/>
                <a:cs typeface="+mj-lt"/>
              </a:rPr>
              <a:t>   | Doux           Haute  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           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5     </a:t>
            </a:r>
            <a:r>
              <a:rPr lang="en-US" dirty="0" err="1">
                <a:ea typeface="+mj-lt"/>
                <a:cs typeface="+mj-lt"/>
              </a:rPr>
              <a:t>Pluvieux</a:t>
            </a:r>
            <a:r>
              <a:rPr lang="en-US" dirty="0">
                <a:ea typeface="+mj-lt"/>
                <a:cs typeface="+mj-lt"/>
              </a:rPr>
              <a:t>   | Froid         Normale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          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6     </a:t>
            </a:r>
            <a:r>
              <a:rPr lang="en-US" dirty="0" err="1">
                <a:ea typeface="+mj-lt"/>
                <a:cs typeface="+mj-lt"/>
              </a:rPr>
              <a:t>Pluvieux</a:t>
            </a:r>
            <a:r>
              <a:rPr lang="en-US" dirty="0">
                <a:ea typeface="+mj-lt"/>
                <a:cs typeface="+mj-lt"/>
              </a:rPr>
              <a:t>   | Froid         Normale  | Fort               Non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7     </a:t>
            </a:r>
            <a:r>
              <a:rPr lang="en-US" dirty="0" err="1">
                <a:ea typeface="+mj-lt"/>
                <a:cs typeface="+mj-lt"/>
              </a:rPr>
              <a:t>Couvert</a:t>
            </a:r>
            <a:r>
              <a:rPr lang="en-US" dirty="0">
                <a:ea typeface="+mj-lt"/>
                <a:cs typeface="+mj-lt"/>
              </a:rPr>
              <a:t>    | Froid         Normale  | Fort             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8     </a:t>
            </a:r>
            <a:r>
              <a:rPr lang="en-US" dirty="0" err="1">
                <a:ea typeface="+mj-lt"/>
                <a:cs typeface="+mj-lt"/>
              </a:rPr>
              <a:t>Ensoleillé</a:t>
            </a:r>
            <a:r>
              <a:rPr lang="en-US" dirty="0">
                <a:ea typeface="+mj-lt"/>
                <a:cs typeface="+mj-lt"/>
              </a:rPr>
              <a:t> | Doux          Haute  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             Non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9     </a:t>
            </a:r>
            <a:r>
              <a:rPr lang="en-US" dirty="0" err="1">
                <a:ea typeface="+mj-lt"/>
                <a:cs typeface="+mj-lt"/>
              </a:rPr>
              <a:t>Ensoleillé</a:t>
            </a:r>
            <a:r>
              <a:rPr lang="en-US" dirty="0">
                <a:ea typeface="+mj-lt"/>
                <a:cs typeface="+mj-lt"/>
              </a:rPr>
              <a:t> | Froid         Normale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            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10   </a:t>
            </a:r>
            <a:r>
              <a:rPr lang="en-US" dirty="0" err="1">
                <a:ea typeface="+mj-lt"/>
                <a:cs typeface="+mj-lt"/>
              </a:rPr>
              <a:t>Pluvieux</a:t>
            </a:r>
            <a:r>
              <a:rPr lang="en-US" dirty="0">
                <a:ea typeface="+mj-lt"/>
                <a:cs typeface="+mj-lt"/>
              </a:rPr>
              <a:t>   | Doux          Normale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          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11   </a:t>
            </a:r>
            <a:r>
              <a:rPr lang="en-US" dirty="0" err="1">
                <a:ea typeface="+mj-lt"/>
                <a:cs typeface="+mj-lt"/>
              </a:rPr>
              <a:t>Ensoleillé</a:t>
            </a:r>
            <a:r>
              <a:rPr lang="en-US" dirty="0">
                <a:ea typeface="+mj-lt"/>
                <a:cs typeface="+mj-lt"/>
              </a:rPr>
              <a:t> | Doux          Normale  | Fort                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12   </a:t>
            </a:r>
            <a:r>
              <a:rPr lang="en-US" dirty="0" err="1">
                <a:ea typeface="+mj-lt"/>
                <a:cs typeface="+mj-lt"/>
              </a:rPr>
              <a:t>Couvert</a:t>
            </a:r>
            <a:r>
              <a:rPr lang="en-US" dirty="0">
                <a:ea typeface="+mj-lt"/>
                <a:cs typeface="+mj-lt"/>
              </a:rPr>
              <a:t>    | Doux          Haute    | Fort    ,           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13   </a:t>
            </a:r>
            <a:r>
              <a:rPr lang="en-US" dirty="0" err="1">
                <a:ea typeface="+mj-lt"/>
                <a:cs typeface="+mj-lt"/>
              </a:rPr>
              <a:t>Couvert</a:t>
            </a:r>
            <a:r>
              <a:rPr lang="en-US" dirty="0">
                <a:ea typeface="+mj-lt"/>
                <a:cs typeface="+mj-lt"/>
              </a:rPr>
              <a:t>    | </a:t>
            </a:r>
            <a:r>
              <a:rPr lang="en-US" dirty="0" err="1">
                <a:ea typeface="+mj-lt"/>
                <a:cs typeface="+mj-lt"/>
              </a:rPr>
              <a:t>Chaud</a:t>
            </a:r>
            <a:r>
              <a:rPr lang="en-US" dirty="0">
                <a:ea typeface="+mj-lt"/>
                <a:cs typeface="+mj-lt"/>
              </a:rPr>
              <a:t>         Normale  | </a:t>
            </a:r>
            <a:r>
              <a:rPr lang="en-US" dirty="0" err="1">
                <a:ea typeface="+mj-lt"/>
                <a:cs typeface="+mj-lt"/>
              </a:rPr>
              <a:t>Faible</a:t>
            </a:r>
            <a:r>
              <a:rPr lang="en-US" dirty="0">
                <a:ea typeface="+mj-lt"/>
                <a:cs typeface="+mj-lt"/>
              </a:rPr>
              <a:t>          Oui         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  14   </a:t>
            </a:r>
            <a:r>
              <a:rPr lang="en-US" dirty="0" err="1">
                <a:ea typeface="+mj-lt"/>
                <a:cs typeface="+mj-lt"/>
              </a:rPr>
              <a:t>Pluvieux</a:t>
            </a:r>
            <a:r>
              <a:rPr lang="en-US" dirty="0">
                <a:ea typeface="+mj-lt"/>
                <a:cs typeface="+mj-lt"/>
              </a:rPr>
              <a:t>   | Doux          Haute    | Fort                  Non        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5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E3A5-0763-72EE-FB55-7B2E1FE5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61CC4-A30E-0776-BFB2-2DF215A79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77824"/>
            <a:ext cx="8946541" cy="47705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ea typeface="+mj-lt"/>
                <a:cs typeface="+mj-lt"/>
              </a:rPr>
              <a:t>             </a:t>
            </a:r>
            <a:r>
              <a:rPr lang="en-US" sz="3200" dirty="0">
                <a:ea typeface="+mj-lt"/>
                <a:cs typeface="+mj-lt"/>
              </a:rPr>
              <a:t>                [Ciel]</a:t>
            </a:r>
            <a:endParaRPr lang="en-US"/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              /          |            \</a:t>
            </a:r>
            <a:endParaRPr lang="en-US"/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     </a:t>
            </a:r>
            <a:r>
              <a:rPr lang="en-US" sz="3200" dirty="0" err="1">
                <a:ea typeface="+mj-lt"/>
                <a:cs typeface="+mj-lt"/>
              </a:rPr>
              <a:t>Ensoleillé</a:t>
            </a:r>
            <a:r>
              <a:rPr lang="en-US" sz="3200" dirty="0">
                <a:ea typeface="+mj-lt"/>
                <a:cs typeface="+mj-lt"/>
              </a:rPr>
              <a:t>  </a:t>
            </a:r>
            <a:r>
              <a:rPr lang="en-US" sz="3200" dirty="0" err="1">
                <a:ea typeface="+mj-lt"/>
                <a:cs typeface="+mj-lt"/>
              </a:rPr>
              <a:t>Couvert</a:t>
            </a:r>
            <a:r>
              <a:rPr lang="en-US" sz="3200" dirty="0">
                <a:ea typeface="+mj-lt"/>
                <a:cs typeface="+mj-lt"/>
              </a:rPr>
              <a:t>   </a:t>
            </a:r>
            <a:r>
              <a:rPr lang="en-US" sz="3200" dirty="0" err="1">
                <a:ea typeface="+mj-lt"/>
                <a:cs typeface="+mj-lt"/>
              </a:rPr>
              <a:t>Pluvieux</a:t>
            </a:r>
            <a:endParaRPr lang="en-US" sz="3200" dirty="0">
              <a:ea typeface="+mj-lt"/>
              <a:cs typeface="+mj-lt"/>
            </a:endParaRPr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        |                  |                |</a:t>
            </a:r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   [</a:t>
            </a:r>
            <a:r>
              <a:rPr lang="en-US" sz="3200" dirty="0" err="1">
                <a:ea typeface="+mj-lt"/>
                <a:cs typeface="+mj-lt"/>
              </a:rPr>
              <a:t>Humidité</a:t>
            </a:r>
            <a:r>
              <a:rPr lang="en-US" sz="3200" dirty="0">
                <a:ea typeface="+mj-lt"/>
                <a:cs typeface="+mj-lt"/>
              </a:rPr>
              <a:t>]       Oui         [Vent]</a:t>
            </a:r>
            <a:endParaRPr lang="en-US" sz="3200" dirty="0"/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    /          \                          /   \</a:t>
            </a:r>
            <a:endParaRPr lang="en-US" sz="3200" dirty="0"/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 Haute   Normale         </a:t>
            </a:r>
            <a:r>
              <a:rPr lang="en-US" sz="3200" dirty="0" err="1">
                <a:ea typeface="+mj-lt"/>
                <a:cs typeface="+mj-lt"/>
              </a:rPr>
              <a:t>Faible</a:t>
            </a:r>
            <a:r>
              <a:rPr lang="en-US" sz="3200" dirty="0">
                <a:ea typeface="+mj-lt"/>
                <a:cs typeface="+mj-lt"/>
              </a:rPr>
              <a:t>  Fort</a:t>
            </a:r>
            <a:endParaRPr lang="en-US" sz="3200"/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  |             |                       |      |</a:t>
            </a:r>
            <a:endParaRPr lang="en-US" sz="3200" dirty="0"/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    Non      Oui                     </a:t>
            </a:r>
            <a:r>
              <a:rPr lang="en-US" sz="3200" err="1">
                <a:ea typeface="+mj-lt"/>
                <a:cs typeface="+mj-lt"/>
              </a:rPr>
              <a:t>Oui</a:t>
            </a:r>
            <a:r>
              <a:rPr lang="en-US" sz="3200" dirty="0">
                <a:ea typeface="+mj-lt"/>
                <a:cs typeface="+mj-lt"/>
              </a:rPr>
              <a:t>    Non</a:t>
            </a:r>
            <a:endParaRPr lang="en-US" sz="3200" dirty="0"/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23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6299-BF2B-E330-35F1-F50CAEDC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941" y="2321775"/>
            <a:ext cx="9404723" cy="2565096"/>
          </a:xfrm>
        </p:spPr>
        <p:txBody>
          <a:bodyPr/>
          <a:lstStyle/>
          <a:p>
            <a:r>
              <a:rPr lang="en-US" sz="4400" dirty="0"/>
              <a:t>4-elaguer</a:t>
            </a:r>
            <a:r>
              <a:rPr lang="en-US" sz="4400" dirty="0">
                <a:ea typeface="+mj-lt"/>
                <a:cs typeface="+mj-lt"/>
              </a:rPr>
              <a:t> </a:t>
            </a:r>
            <a:r>
              <a:rPr lang="en-US" sz="4400" err="1">
                <a:ea typeface="+mj-lt"/>
                <a:cs typeface="+mj-lt"/>
              </a:rPr>
              <a:t>l'arbre</a:t>
            </a:r>
            <a:r>
              <a:rPr lang="en-US" sz="4400" dirty="0">
                <a:ea typeface="+mj-lt"/>
                <a:cs typeface="+mj-lt"/>
              </a:rPr>
              <a:t> </a:t>
            </a:r>
            <a:r>
              <a:rPr lang="en-US" sz="4400" err="1">
                <a:ea typeface="+mj-lt"/>
                <a:cs typeface="+mj-lt"/>
              </a:rPr>
              <a:t>obtenue:</a:t>
            </a:r>
            <a:r>
              <a:rPr lang="en-US" sz="2000" err="1">
                <a:ea typeface="+mj-lt"/>
                <a:cs typeface="+mj-lt"/>
              </a:rPr>
              <a:t>Élaguer</a:t>
            </a:r>
            <a:r>
              <a:rPr lang="en-US" sz="2000" dirty="0">
                <a:ea typeface="+mj-lt"/>
                <a:cs typeface="+mj-lt"/>
              </a:rPr>
              <a:t> un </a:t>
            </a:r>
            <a:r>
              <a:rPr lang="en-US" sz="2000" err="1">
                <a:ea typeface="+mj-lt"/>
                <a:cs typeface="+mj-lt"/>
              </a:rPr>
              <a:t>arbre</a:t>
            </a:r>
            <a:r>
              <a:rPr lang="en-US" sz="2000" dirty="0">
                <a:ea typeface="+mj-lt"/>
                <a:cs typeface="+mj-lt"/>
              </a:rPr>
              <a:t> de </a:t>
            </a:r>
            <a:r>
              <a:rPr lang="en-US" sz="2000" err="1">
                <a:ea typeface="+mj-lt"/>
                <a:cs typeface="+mj-lt"/>
              </a:rPr>
              <a:t>décision</a:t>
            </a:r>
            <a:r>
              <a:rPr lang="en-US" sz="2000" dirty="0">
                <a:ea typeface="+mj-lt"/>
                <a:cs typeface="+mj-lt"/>
              </a:rPr>
              <a:t> (</a:t>
            </a:r>
            <a:r>
              <a:rPr lang="en-US" sz="2000" err="1">
                <a:ea typeface="+mj-lt"/>
                <a:cs typeface="+mj-lt"/>
              </a:rPr>
              <a:t>en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anglais</a:t>
            </a:r>
            <a:r>
              <a:rPr lang="en-US" sz="2000" dirty="0">
                <a:ea typeface="+mj-lt"/>
                <a:cs typeface="+mj-lt"/>
              </a:rPr>
              <a:t> pruning) </a:t>
            </a:r>
            <a:r>
              <a:rPr lang="en-US" sz="2000" err="1">
                <a:ea typeface="+mj-lt"/>
                <a:cs typeface="+mj-lt"/>
              </a:rPr>
              <a:t>consiste</a:t>
            </a:r>
            <a:r>
              <a:rPr lang="en-US" sz="2000" dirty="0">
                <a:ea typeface="+mj-lt"/>
                <a:cs typeface="+mj-lt"/>
              </a:rPr>
              <a:t> à </a:t>
            </a:r>
            <a:r>
              <a:rPr lang="en-US" sz="2000" err="1">
                <a:ea typeface="+mj-lt"/>
                <a:cs typeface="+mj-lt"/>
              </a:rPr>
              <a:t>réduire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sa</a:t>
            </a:r>
            <a:r>
              <a:rPr lang="en-US" sz="2000" dirty="0">
                <a:ea typeface="+mj-lt"/>
                <a:cs typeface="+mj-lt"/>
              </a:rPr>
              <a:t> taille </a:t>
            </a:r>
            <a:r>
              <a:rPr lang="en-US" sz="2000" err="1">
                <a:ea typeface="+mj-lt"/>
                <a:cs typeface="+mj-lt"/>
              </a:rPr>
              <a:t>en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supprimant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certaines</a:t>
            </a:r>
            <a:r>
              <a:rPr lang="en-US" sz="2000" dirty="0">
                <a:ea typeface="+mj-lt"/>
                <a:cs typeface="+mj-lt"/>
              </a:rPr>
              <a:t> branches </a:t>
            </a:r>
            <a:r>
              <a:rPr lang="en-US" sz="2000" err="1">
                <a:ea typeface="+mj-lt"/>
                <a:cs typeface="+mj-lt"/>
              </a:rPr>
              <a:t>ou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nœuds</a:t>
            </a:r>
            <a:r>
              <a:rPr lang="en-US" sz="2000" dirty="0">
                <a:ea typeface="+mj-lt"/>
                <a:cs typeface="+mj-lt"/>
              </a:rPr>
              <a:t> peu </a:t>
            </a:r>
            <a:r>
              <a:rPr lang="en-US" sz="2000" err="1">
                <a:ea typeface="+mj-lt"/>
                <a:cs typeface="+mj-lt"/>
              </a:rPr>
              <a:t>pertinents</a:t>
            </a:r>
            <a:r>
              <a:rPr lang="en-US" sz="2000" dirty="0">
                <a:ea typeface="+mj-lt"/>
                <a:cs typeface="+mj-lt"/>
              </a:rPr>
              <a:t>, </a:t>
            </a:r>
            <a:r>
              <a:rPr lang="en-US" sz="2000" err="1">
                <a:ea typeface="+mj-lt"/>
                <a:cs typeface="+mj-lt"/>
              </a:rPr>
              <a:t>souvent</a:t>
            </a:r>
            <a:r>
              <a:rPr lang="en-US" sz="2000" dirty="0">
                <a:ea typeface="+mj-lt"/>
                <a:cs typeface="+mj-lt"/>
              </a:rPr>
              <a:t> pour </a:t>
            </a:r>
            <a:r>
              <a:rPr lang="en-US" sz="2000" err="1">
                <a:ea typeface="+mj-lt"/>
                <a:cs typeface="+mj-lt"/>
              </a:rPr>
              <a:t>améliorer</a:t>
            </a:r>
            <a:r>
              <a:rPr lang="en-US" sz="2000" dirty="0">
                <a:ea typeface="+mj-lt"/>
                <a:cs typeface="+mj-lt"/>
              </a:rPr>
              <a:t> la </a:t>
            </a:r>
            <a:r>
              <a:rPr lang="en-US" sz="2000" err="1">
                <a:ea typeface="+mj-lt"/>
                <a:cs typeface="+mj-lt"/>
              </a:rPr>
              <a:t>généralisation</a:t>
            </a:r>
            <a:endParaRPr lang="en-US" sz="2000" err="1"/>
          </a:p>
        </p:txBody>
      </p:sp>
    </p:spTree>
    <p:extLst>
      <p:ext uri="{BB962C8B-B14F-4D97-AF65-F5344CB8AC3E}">
        <p14:creationId xmlns:p14="http://schemas.microsoft.com/office/powerpoint/2010/main" val="1627591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65409-3F3B-FA3F-802B-40B73CB52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A-</a:t>
            </a:r>
            <a:r>
              <a:rPr lang="en-US" dirty="0" err="1">
                <a:ea typeface="+mj-lt"/>
                <a:cs typeface="+mj-lt"/>
              </a:rPr>
              <a:t>Pourquoi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élaguer</a:t>
            </a:r>
            <a:r>
              <a:rPr lang="en-US" dirty="0">
                <a:ea typeface="+mj-lt"/>
                <a:cs typeface="+mj-lt"/>
              </a:rPr>
              <a:t> un </a:t>
            </a:r>
            <a:r>
              <a:rPr lang="en-US" dirty="0" err="1">
                <a:ea typeface="+mj-lt"/>
                <a:cs typeface="+mj-lt"/>
              </a:rPr>
              <a:t>arbre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décision</a:t>
            </a:r>
            <a:r>
              <a:rPr lang="en-US" dirty="0">
                <a:ea typeface="+mj-lt"/>
                <a:cs typeface="+mj-lt"/>
              </a:rPr>
              <a:t>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F003-6B21-E030-F2B4-F4A57C2BF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717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Pour </a:t>
            </a:r>
            <a:r>
              <a:rPr lang="en-US" sz="3200" err="1">
                <a:ea typeface="+mj-lt"/>
                <a:cs typeface="+mj-lt"/>
              </a:rPr>
              <a:t>éviter</a:t>
            </a:r>
            <a:r>
              <a:rPr lang="en-US" sz="3200" dirty="0">
                <a:ea typeface="+mj-lt"/>
                <a:cs typeface="+mj-lt"/>
              </a:rPr>
              <a:t> le sur-</a:t>
            </a:r>
            <a:r>
              <a:rPr lang="en-US" sz="3200" err="1">
                <a:ea typeface="+mj-lt"/>
                <a:cs typeface="+mj-lt"/>
              </a:rPr>
              <a:t>apprentissage</a:t>
            </a:r>
            <a:r>
              <a:rPr lang="en-US" sz="3200" dirty="0">
                <a:ea typeface="+mj-lt"/>
                <a:cs typeface="+mj-lt"/>
              </a:rPr>
              <a:t> (overfitting)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598393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02022-49EB-F24C-8174-23EB8745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D8D3-909A-4B37-18BB-634C7FAD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B-</a:t>
            </a:r>
            <a:r>
              <a:rPr lang="en-US" dirty="0" err="1">
                <a:ea typeface="+mj-lt"/>
                <a:cs typeface="+mj-lt"/>
              </a:rPr>
              <a:t>Qu’est</a:t>
            </a:r>
            <a:r>
              <a:rPr lang="en-US" dirty="0">
                <a:ea typeface="+mj-lt"/>
                <a:cs typeface="+mj-lt"/>
              </a:rPr>
              <a:t>-</a:t>
            </a:r>
            <a:r>
              <a:rPr lang="en-US" dirty="0" err="1">
                <a:ea typeface="+mj-lt"/>
                <a:cs typeface="+mj-lt"/>
              </a:rPr>
              <a:t>ce</a:t>
            </a:r>
            <a:r>
              <a:rPr lang="en-US" dirty="0">
                <a:ea typeface="+mj-lt"/>
                <a:cs typeface="+mj-lt"/>
              </a:rPr>
              <a:t> que le sur-</a:t>
            </a:r>
            <a:r>
              <a:rPr lang="en-US" dirty="0" err="1">
                <a:ea typeface="+mj-lt"/>
                <a:cs typeface="+mj-lt"/>
              </a:rPr>
              <a:t>apprentissage</a:t>
            </a:r>
            <a:r>
              <a:rPr lang="en-US" dirty="0">
                <a:ea typeface="+mj-lt"/>
                <a:cs typeface="+mj-lt"/>
              </a:rPr>
              <a:t>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4C3D-DF2F-FE8F-E363-2D9015479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717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 dirty="0">
                <a:ea typeface="+mj-lt"/>
                <a:cs typeface="+mj-lt"/>
              </a:rPr>
              <a:t>sur </a:t>
            </a:r>
            <a:r>
              <a:rPr lang="en-US" sz="3200" dirty="0" err="1">
                <a:ea typeface="+mj-lt"/>
                <a:cs typeface="+mj-lt"/>
              </a:rPr>
              <a:t>apprentissage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ou</a:t>
            </a:r>
            <a:r>
              <a:rPr lang="en-US" sz="3200" dirty="0">
                <a:ea typeface="+mj-lt"/>
                <a:cs typeface="+mj-lt"/>
              </a:rPr>
              <a:t>  sur-</a:t>
            </a:r>
            <a:r>
              <a:rPr lang="en-US" sz="3200" dirty="0" err="1">
                <a:ea typeface="+mj-lt"/>
                <a:cs typeface="+mj-lt"/>
              </a:rPr>
              <a:t>spécialisation</a:t>
            </a:r>
            <a:r>
              <a:rPr lang="en-US" sz="3200" dirty="0">
                <a:ea typeface="+mj-lt"/>
                <a:cs typeface="+mj-lt"/>
              </a:rPr>
              <a:t> (overfitting) </a:t>
            </a:r>
            <a:r>
              <a:rPr lang="en-US" sz="3200" dirty="0" err="1">
                <a:ea typeface="+mj-lt"/>
                <a:cs typeface="+mj-lt"/>
              </a:rPr>
              <a:t>C’est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quand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l’arbre</a:t>
            </a:r>
            <a:r>
              <a:rPr lang="en-US" sz="3200" dirty="0">
                <a:ea typeface="+mj-lt"/>
                <a:cs typeface="+mj-lt"/>
              </a:rPr>
              <a:t> 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sz="3200" err="1">
                <a:ea typeface="+mj-lt"/>
                <a:cs typeface="+mj-lt"/>
              </a:rPr>
              <a:t>Apprend</a:t>
            </a:r>
            <a:r>
              <a:rPr lang="en-US" sz="3200" dirty="0">
                <a:ea typeface="+mj-lt"/>
                <a:cs typeface="+mj-lt"/>
              </a:rPr>
              <a:t> trop bien les </a:t>
            </a:r>
            <a:r>
              <a:rPr lang="en-US" sz="3200" err="1">
                <a:ea typeface="+mj-lt"/>
                <a:cs typeface="+mj-lt"/>
              </a:rPr>
              <a:t>détails</a:t>
            </a:r>
            <a:r>
              <a:rPr lang="en-US" sz="3200" dirty="0">
                <a:ea typeface="+mj-lt"/>
                <a:cs typeface="+mj-lt"/>
              </a:rPr>
              <a:t> et les bruits de </a:t>
            </a:r>
            <a:r>
              <a:rPr lang="en-US" sz="3200" err="1">
                <a:ea typeface="+mj-lt"/>
                <a:cs typeface="+mj-lt"/>
              </a:rPr>
              <a:t>l’ensemble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err="1">
                <a:ea typeface="+mj-lt"/>
                <a:cs typeface="+mj-lt"/>
              </a:rPr>
              <a:t>d’apprentissage</a:t>
            </a:r>
            <a:r>
              <a:rPr lang="en-US" sz="3200" dirty="0">
                <a:ea typeface="+mj-lt"/>
                <a:cs typeface="+mj-lt"/>
              </a:rPr>
              <a:t>,</a:t>
            </a: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Mais </a:t>
            </a:r>
            <a:r>
              <a:rPr lang="en-US" sz="3200" dirty="0" err="1">
                <a:ea typeface="+mj-lt"/>
                <a:cs typeface="+mj-lt"/>
              </a:rPr>
              <a:t>échoue</a:t>
            </a:r>
            <a:r>
              <a:rPr lang="en-US" sz="3200" dirty="0">
                <a:ea typeface="+mj-lt"/>
                <a:cs typeface="+mj-lt"/>
              </a:rPr>
              <a:t> à bien classer de </a:t>
            </a:r>
            <a:r>
              <a:rPr lang="en-US" sz="3200" dirty="0" err="1">
                <a:ea typeface="+mj-lt"/>
                <a:cs typeface="+mj-lt"/>
              </a:rPr>
              <a:t>nouvelles</a:t>
            </a:r>
            <a:r>
              <a:rPr lang="en-US" sz="3200" dirty="0">
                <a:ea typeface="+mj-lt"/>
                <a:cs typeface="+mj-lt"/>
              </a:rPr>
              <a:t> données (il ne </a:t>
            </a:r>
            <a:r>
              <a:rPr lang="en-US" sz="3200" dirty="0" err="1">
                <a:ea typeface="+mj-lt"/>
                <a:cs typeface="+mj-lt"/>
              </a:rPr>
              <a:t>généralise</a:t>
            </a:r>
            <a:r>
              <a:rPr lang="en-US" sz="3200" dirty="0">
                <a:ea typeface="+mj-lt"/>
                <a:cs typeface="+mj-lt"/>
              </a:rPr>
              <a:t> pas bien).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722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7E24E-C756-6914-3FA1-596801017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AAEA9-8063-2F8D-62D3-F24FDA4CC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32126"/>
            <a:ext cx="9636654" cy="54750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srgbClr val="1E5155">
                  <a:lumMod val="40000"/>
                  <a:lumOff val="60000"/>
                </a:srgbClr>
              </a:buClr>
              <a:buNone/>
            </a:pPr>
            <a:endParaRPr lang="en-US" sz="3200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Exemple1: "</a:t>
            </a:r>
            <a:r>
              <a:rPr lang="en-US" sz="3200" dirty="0" err="1">
                <a:ea typeface="+mj-lt"/>
                <a:cs typeface="+mj-lt"/>
              </a:rPr>
              <a:t>Apprendre</a:t>
            </a:r>
            <a:r>
              <a:rPr lang="en-US" sz="3200" dirty="0">
                <a:ea typeface="+mj-lt"/>
                <a:cs typeface="+mj-lt"/>
              </a:rPr>
              <a:t> par </a:t>
            </a:r>
            <a:r>
              <a:rPr lang="en-US" sz="3200" dirty="0" err="1">
                <a:ea typeface="+mj-lt"/>
                <a:cs typeface="+mj-lt"/>
              </a:rPr>
              <a:t>cœur</a:t>
            </a:r>
            <a:r>
              <a:rPr lang="en-US" sz="3200" dirty="0">
                <a:ea typeface="+mj-lt"/>
                <a:cs typeface="+mj-lt"/>
              </a:rPr>
              <a:t>":</a:t>
            </a: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sz="3200" err="1">
                <a:ea typeface="+mj-lt"/>
                <a:cs typeface="+mj-lt"/>
              </a:rPr>
              <a:t>imaginons</a:t>
            </a:r>
            <a:r>
              <a:rPr lang="en-US" sz="3200" dirty="0">
                <a:ea typeface="+mj-lt"/>
                <a:cs typeface="+mj-lt"/>
              </a:rPr>
              <a:t> un </a:t>
            </a:r>
            <a:r>
              <a:rPr lang="en-US" sz="3200" err="1">
                <a:ea typeface="+mj-lt"/>
                <a:cs typeface="+mj-lt"/>
              </a:rPr>
              <a:t>élève</a:t>
            </a:r>
            <a:r>
              <a:rPr lang="en-US" sz="3200" dirty="0">
                <a:ea typeface="+mj-lt"/>
                <a:cs typeface="+mj-lt"/>
              </a:rPr>
              <a:t> qui </a:t>
            </a:r>
            <a:r>
              <a:rPr lang="en-US" sz="3200" err="1">
                <a:ea typeface="+mj-lt"/>
                <a:cs typeface="+mj-lt"/>
              </a:rPr>
              <a:t>prépare</a:t>
            </a:r>
            <a:r>
              <a:rPr lang="en-US" sz="3200" dirty="0">
                <a:ea typeface="+mj-lt"/>
                <a:cs typeface="+mj-lt"/>
              </a:rPr>
              <a:t> un examen :</a:t>
            </a:r>
            <a:r>
              <a:rPr lang="en-US" sz="4800" dirty="0"/>
              <a:t> </a:t>
            </a:r>
          </a:p>
          <a:p>
            <a:pPr marL="0" indent="0">
              <a:buNone/>
            </a:pPr>
            <a:r>
              <a:rPr lang="en-US" sz="4800" dirty="0"/>
              <a:t> .</a:t>
            </a:r>
            <a:r>
              <a:rPr lang="en-US" sz="4800" dirty="0">
                <a:ea typeface="+mj-lt"/>
                <a:cs typeface="+mj-lt"/>
              </a:rPr>
              <a:t> </a:t>
            </a:r>
            <a:r>
              <a:rPr lang="en-US" sz="2800" dirty="0">
                <a:ea typeface="+mj-lt"/>
                <a:cs typeface="+mj-lt"/>
              </a:rPr>
              <a:t>Il </a:t>
            </a:r>
            <a:r>
              <a:rPr lang="en-US" sz="2800" err="1">
                <a:ea typeface="+mj-lt"/>
                <a:cs typeface="+mj-lt"/>
              </a:rPr>
              <a:t>mémorise</a:t>
            </a:r>
            <a:r>
              <a:rPr lang="en-US" sz="2800" dirty="0">
                <a:ea typeface="+mj-lt"/>
                <a:cs typeface="+mj-lt"/>
              </a:rPr>
              <a:t> par </a:t>
            </a:r>
            <a:r>
              <a:rPr lang="en-US" sz="2800" err="1">
                <a:ea typeface="+mj-lt"/>
                <a:cs typeface="+mj-lt"/>
              </a:rPr>
              <a:t>cœur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tous</a:t>
            </a:r>
            <a:r>
              <a:rPr lang="en-US" sz="2800" dirty="0">
                <a:ea typeface="+mj-lt"/>
                <a:cs typeface="+mj-lt"/>
              </a:rPr>
              <a:t> les </a:t>
            </a:r>
            <a:r>
              <a:rPr lang="en-US" sz="2800" err="1">
                <a:ea typeface="+mj-lt"/>
                <a:cs typeface="+mj-lt"/>
              </a:rPr>
              <a:t>exemples</a:t>
            </a:r>
            <a:r>
              <a:rPr lang="en-US" sz="2800" dirty="0">
                <a:ea typeface="+mj-lt"/>
                <a:cs typeface="+mj-lt"/>
              </a:rPr>
              <a:t> du l  </a:t>
            </a:r>
            <a:r>
              <a:rPr lang="en-US" sz="2800" err="1">
                <a:ea typeface="+mj-lt"/>
                <a:cs typeface="+mj-lt"/>
              </a:rPr>
              <a:t>ivre</a:t>
            </a:r>
            <a:r>
              <a:rPr lang="en-US" sz="2800" dirty="0">
                <a:ea typeface="+mj-lt"/>
                <a:cs typeface="+mj-lt"/>
              </a:rPr>
              <a:t>,  sans </a:t>
            </a:r>
            <a:r>
              <a:rPr lang="en-US" sz="2800" err="1">
                <a:ea typeface="+mj-lt"/>
                <a:cs typeface="+mj-lt"/>
              </a:rPr>
              <a:t>comprendre</a:t>
            </a:r>
            <a:r>
              <a:rPr lang="en-US" sz="2800" dirty="0">
                <a:ea typeface="+mj-lt"/>
                <a:cs typeface="+mj-lt"/>
              </a:rPr>
              <a:t> les </a:t>
            </a:r>
            <a:r>
              <a:rPr lang="en-US" sz="2800" err="1">
                <a:ea typeface="+mj-lt"/>
                <a:cs typeface="+mj-lt"/>
              </a:rPr>
              <a:t>idées</a:t>
            </a:r>
            <a:r>
              <a:rPr lang="en-US" sz="2800" dirty="0">
                <a:ea typeface="+mj-lt"/>
                <a:cs typeface="+mj-lt"/>
              </a:rPr>
              <a:t>.</a:t>
            </a:r>
          </a:p>
          <a:p>
            <a:pPr marL="0" indent="0">
              <a:buNone/>
            </a:pPr>
            <a:r>
              <a:rPr lang="en-US" sz="2800" dirty="0"/>
              <a:t>  </a:t>
            </a:r>
            <a:r>
              <a:rPr lang="en-US" sz="3200" dirty="0">
                <a:ea typeface="+mj-lt"/>
                <a:cs typeface="+mj-lt"/>
              </a:rPr>
              <a:t>.</a:t>
            </a:r>
            <a:r>
              <a:rPr lang="en-US" sz="2800" dirty="0">
                <a:ea typeface="+mj-lt"/>
                <a:cs typeface="+mj-lt"/>
              </a:rPr>
              <a:t>Le jour de </a:t>
            </a:r>
            <a:r>
              <a:rPr lang="en-US" sz="2800" dirty="0" err="1">
                <a:ea typeface="+mj-lt"/>
                <a:cs typeface="+mj-lt"/>
              </a:rPr>
              <a:t>l’examen</a:t>
            </a:r>
            <a:r>
              <a:rPr lang="en-US" sz="2800" dirty="0">
                <a:ea typeface="+mj-lt"/>
                <a:cs typeface="+mj-lt"/>
              </a:rPr>
              <a:t>, on </a:t>
            </a:r>
            <a:r>
              <a:rPr lang="en-US" sz="2800" dirty="0" err="1">
                <a:ea typeface="+mj-lt"/>
                <a:cs typeface="+mj-lt"/>
              </a:rPr>
              <a:t>lui</a:t>
            </a:r>
            <a:r>
              <a:rPr lang="en-US" sz="2800" dirty="0">
                <a:ea typeface="+mj-lt"/>
                <a:cs typeface="+mj-lt"/>
              </a:rPr>
              <a:t> pose des questions </a:t>
            </a:r>
            <a:r>
              <a:rPr lang="en-US" sz="2800" dirty="0" err="1">
                <a:ea typeface="+mj-lt"/>
                <a:cs typeface="+mj-lt"/>
              </a:rPr>
              <a:t>différentes</a:t>
            </a:r>
            <a:r>
              <a:rPr lang="en-US" sz="2800" dirty="0">
                <a:ea typeface="+mj-lt"/>
                <a:cs typeface="+mj-lt"/>
              </a:rPr>
              <a:t> de </a:t>
            </a:r>
            <a:r>
              <a:rPr lang="en-US" sz="2800" dirty="0" err="1">
                <a:ea typeface="+mj-lt"/>
                <a:cs typeface="+mj-lt"/>
              </a:rPr>
              <a:t>celles</a:t>
            </a:r>
            <a:r>
              <a:rPr lang="en-US" sz="2800" dirty="0">
                <a:ea typeface="+mj-lt"/>
                <a:cs typeface="+mj-lt"/>
              </a:rPr>
              <a:t> du livre. </a:t>
            </a:r>
          </a:p>
          <a:p>
            <a:pPr marL="0" indent="0">
              <a:buNone/>
            </a:pP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3600" dirty="0">
                <a:ea typeface="+mj-lt"/>
                <a:cs typeface="+mj-lt"/>
              </a:rPr>
              <a:t>.</a:t>
            </a:r>
            <a:r>
              <a:rPr lang="en-US" sz="2800" dirty="0" err="1">
                <a:ea typeface="+mj-lt"/>
                <a:cs typeface="+mj-lt"/>
              </a:rPr>
              <a:t>Résultat</a:t>
            </a:r>
            <a:r>
              <a:rPr lang="en-US" sz="2800" dirty="0">
                <a:ea typeface="+mj-lt"/>
                <a:cs typeface="+mj-lt"/>
              </a:rPr>
              <a:t> : il ne </a:t>
            </a:r>
            <a:r>
              <a:rPr lang="en-US" sz="2800" dirty="0" err="1">
                <a:ea typeface="+mj-lt"/>
                <a:cs typeface="+mj-lt"/>
              </a:rPr>
              <a:t>sait</a:t>
            </a:r>
            <a:r>
              <a:rPr lang="en-US" sz="2800" dirty="0">
                <a:ea typeface="+mj-lt"/>
                <a:cs typeface="+mj-lt"/>
              </a:rPr>
              <a:t> pas </a:t>
            </a:r>
            <a:r>
              <a:rPr lang="en-US" sz="2800" dirty="0" err="1">
                <a:ea typeface="+mj-lt"/>
                <a:cs typeface="+mj-lt"/>
              </a:rPr>
              <a:t>répondre</a:t>
            </a:r>
            <a:r>
              <a:rPr lang="en-US" sz="2800" dirty="0">
                <a:ea typeface="+mj-lt"/>
                <a:cs typeface="+mj-lt"/>
              </a:rPr>
              <a:t>, car il ne </a:t>
            </a:r>
            <a:r>
              <a:rPr lang="en-US" sz="2800" dirty="0" err="1">
                <a:ea typeface="+mj-lt"/>
                <a:cs typeface="+mj-lt"/>
              </a:rPr>
              <a:t>comprend</a:t>
            </a:r>
            <a:r>
              <a:rPr lang="en-US" sz="2800" dirty="0">
                <a:ea typeface="+mj-lt"/>
                <a:cs typeface="+mj-lt"/>
              </a:rPr>
              <a:t> pas </a:t>
            </a:r>
            <a:r>
              <a:rPr lang="en-US" sz="2800" dirty="0" err="1">
                <a:ea typeface="+mj-lt"/>
                <a:cs typeface="+mj-lt"/>
              </a:rPr>
              <a:t>vraiment</a:t>
            </a:r>
            <a:r>
              <a:rPr lang="en-US" sz="2800" dirty="0">
                <a:ea typeface="+mj-lt"/>
                <a:cs typeface="+mj-lt"/>
              </a:rPr>
              <a:t>, il a </a:t>
            </a:r>
            <a:r>
              <a:rPr lang="en-US" sz="2800" dirty="0" err="1">
                <a:ea typeface="+mj-lt"/>
                <a:cs typeface="+mj-lt"/>
              </a:rPr>
              <a:t>juste</a:t>
            </a:r>
            <a:r>
              <a:rPr lang="en-US" sz="2800" dirty="0">
                <a:ea typeface="+mj-lt"/>
                <a:cs typeface="+mj-lt"/>
              </a:rPr>
              <a:t> </a:t>
            </a:r>
            <a:r>
              <a:rPr lang="en-US" sz="2800" dirty="0" err="1">
                <a:ea typeface="+mj-lt"/>
                <a:cs typeface="+mj-lt"/>
              </a:rPr>
              <a:t>récité</a:t>
            </a:r>
            <a:r>
              <a:rPr lang="en-US" sz="2800" dirty="0">
                <a:ea typeface="+mj-lt"/>
                <a:cs typeface="+mj-lt"/>
              </a:rPr>
              <a:t> le livre. </a:t>
            </a:r>
          </a:p>
          <a:p>
            <a:pPr marL="0" indent="0">
              <a:buNone/>
            </a:pPr>
            <a:endParaRPr lang="en-US" sz="2800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1655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A5D89-A8F8-5D77-DC6F-ADE506C8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854F-0E65-2427-9B67-72ABD203A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C-Comment </a:t>
            </a:r>
            <a:r>
              <a:rPr lang="en-US" dirty="0" err="1">
                <a:ea typeface="+mj-lt"/>
                <a:cs typeface="+mj-lt"/>
              </a:rPr>
              <a:t>réduire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ce</a:t>
            </a:r>
            <a:r>
              <a:rPr lang="en-US" dirty="0">
                <a:ea typeface="+mj-lt"/>
                <a:cs typeface="+mj-lt"/>
              </a:rPr>
              <a:t> sur-</a:t>
            </a:r>
            <a:r>
              <a:rPr lang="en-US" dirty="0" err="1">
                <a:ea typeface="+mj-lt"/>
                <a:cs typeface="+mj-lt"/>
              </a:rPr>
              <a:t>apprentissage</a:t>
            </a:r>
            <a:r>
              <a:rPr lang="en-US" dirty="0">
                <a:ea typeface="+mj-lt"/>
                <a:cs typeface="+mj-lt"/>
              </a:rPr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F4C59-D631-2EA6-2644-5E59A5783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717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 dirty="0">
                <a:ea typeface="+mj-lt"/>
                <a:cs typeface="+mj-lt"/>
              </a:rPr>
              <a:t>En </a:t>
            </a:r>
            <a:r>
              <a:rPr lang="en-US" sz="3200" dirty="0" err="1">
                <a:ea typeface="+mj-lt"/>
                <a:cs typeface="+mj-lt"/>
              </a:rPr>
              <a:t>élaguant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l’arbre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décision</a:t>
            </a:r>
            <a:r>
              <a:rPr lang="en-US" sz="3200" dirty="0">
                <a:ea typeface="+mj-lt"/>
                <a:cs typeface="+mj-lt"/>
              </a:rPr>
              <a:t> 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On </a:t>
            </a:r>
            <a:r>
              <a:rPr lang="en-US" sz="3200" dirty="0" err="1">
                <a:ea typeface="+mj-lt"/>
                <a:cs typeface="+mj-lt"/>
              </a:rPr>
              <a:t>supprime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certaines</a:t>
            </a:r>
            <a:r>
              <a:rPr lang="en-US" sz="3200" dirty="0">
                <a:ea typeface="+mj-lt"/>
                <a:cs typeface="+mj-lt"/>
              </a:rPr>
              <a:t> branches (</a:t>
            </a:r>
            <a:r>
              <a:rPr lang="en-US" sz="3200" dirty="0" err="1">
                <a:ea typeface="+mj-lt"/>
                <a:cs typeface="+mj-lt"/>
              </a:rPr>
              <a:t>ou</a:t>
            </a:r>
            <a:r>
              <a:rPr lang="en-US" sz="3200" dirty="0">
                <a:ea typeface="+mj-lt"/>
                <a:cs typeface="+mj-lt"/>
              </a:rPr>
              <a:t> sous-</a:t>
            </a:r>
            <a:r>
              <a:rPr lang="en-US" sz="3200" dirty="0" err="1">
                <a:ea typeface="+mj-lt"/>
                <a:cs typeface="+mj-lt"/>
              </a:rPr>
              <a:t>arbres</a:t>
            </a:r>
            <a:r>
              <a:rPr lang="en-US" sz="3200" dirty="0">
                <a:ea typeface="+mj-lt"/>
                <a:cs typeface="+mj-lt"/>
              </a:rPr>
              <a:t>) qui </a:t>
            </a:r>
            <a:r>
              <a:rPr lang="en-US" sz="3200" dirty="0" err="1">
                <a:ea typeface="+mj-lt"/>
                <a:cs typeface="+mj-lt"/>
              </a:rPr>
              <a:t>n’apportent</a:t>
            </a:r>
            <a:r>
              <a:rPr lang="en-US" sz="3200" dirty="0">
                <a:ea typeface="+mj-lt"/>
                <a:cs typeface="+mj-lt"/>
              </a:rPr>
              <a:t> pas de </a:t>
            </a:r>
            <a:r>
              <a:rPr lang="en-US" sz="3200" dirty="0" err="1">
                <a:ea typeface="+mj-lt"/>
                <a:cs typeface="+mj-lt"/>
              </a:rPr>
              <a:t>réelle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amélioration</a:t>
            </a:r>
            <a:r>
              <a:rPr lang="en-US" sz="3200" dirty="0">
                <a:ea typeface="+mj-lt"/>
                <a:cs typeface="+mj-lt"/>
              </a:rPr>
              <a:t> à la </a:t>
            </a:r>
            <a:r>
              <a:rPr lang="en-US" sz="3200" dirty="0" err="1">
                <a:ea typeface="+mj-lt"/>
                <a:cs typeface="+mj-lt"/>
              </a:rPr>
              <a:t>précision</a:t>
            </a:r>
            <a:r>
              <a:rPr lang="en-US" sz="3200" dirty="0">
                <a:ea typeface="+mj-lt"/>
                <a:cs typeface="+mj-lt"/>
              </a:rPr>
              <a:t> de classification.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272807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AFC3-9CA3-93D6-12F7-FF219879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78E9-1C71-9704-2681-C43B1A10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D-Que se passe-t-il </a:t>
            </a:r>
            <a:r>
              <a:rPr lang="en-US" dirty="0" err="1">
                <a:ea typeface="+mj-lt"/>
                <a:cs typeface="+mj-lt"/>
              </a:rPr>
              <a:t>quand</a:t>
            </a:r>
            <a:r>
              <a:rPr lang="en-US" dirty="0">
                <a:ea typeface="+mj-lt"/>
                <a:cs typeface="+mj-lt"/>
              </a:rPr>
              <a:t> on </a:t>
            </a:r>
            <a:r>
              <a:rPr lang="en-US" dirty="0" err="1">
                <a:ea typeface="+mj-lt"/>
                <a:cs typeface="+mj-lt"/>
              </a:rPr>
              <a:t>élague</a:t>
            </a:r>
            <a:r>
              <a:rPr lang="en-US" dirty="0">
                <a:ea typeface="+mj-lt"/>
                <a:cs typeface="+mj-lt"/>
              </a:rPr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06B12-D7B9-A744-1C0F-7A2D77967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7174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Clr>
                <a:srgbClr val="8AD0D6"/>
              </a:buClr>
            </a:pPr>
            <a:r>
              <a:rPr lang="en-US" sz="3200" dirty="0" err="1">
                <a:ea typeface="+mj-lt"/>
                <a:cs typeface="+mj-lt"/>
              </a:rPr>
              <a:t>L’arbre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devient</a:t>
            </a:r>
            <a:r>
              <a:rPr lang="en-US" sz="3200" dirty="0">
                <a:ea typeface="+mj-lt"/>
                <a:cs typeface="+mj-lt"/>
              </a:rPr>
              <a:t> plus simple et plus </a:t>
            </a:r>
            <a:r>
              <a:rPr lang="en-US" sz="3200" dirty="0" err="1">
                <a:ea typeface="+mj-lt"/>
                <a:cs typeface="+mj-lt"/>
              </a:rPr>
              <a:t>général</a:t>
            </a:r>
            <a:r>
              <a:rPr lang="en-US" sz="3200" dirty="0">
                <a:ea typeface="+mj-lt"/>
                <a:cs typeface="+mj-lt"/>
              </a:rPr>
              <a:t>,</a:t>
            </a: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On </a:t>
            </a:r>
            <a:r>
              <a:rPr lang="en-US" sz="3200" dirty="0" err="1">
                <a:ea typeface="+mj-lt"/>
                <a:cs typeface="+mj-lt"/>
              </a:rPr>
              <a:t>peut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parfois</a:t>
            </a:r>
            <a:r>
              <a:rPr lang="en-US" sz="3200" dirty="0">
                <a:ea typeface="+mj-lt"/>
                <a:cs typeface="+mj-lt"/>
              </a:rPr>
              <a:t> augmenter </a:t>
            </a:r>
            <a:r>
              <a:rPr lang="en-US" sz="3200" dirty="0" err="1">
                <a:ea typeface="+mj-lt"/>
                <a:cs typeface="+mj-lt"/>
              </a:rPr>
              <a:t>l’erreur</a:t>
            </a:r>
            <a:r>
              <a:rPr lang="en-US" sz="3200" dirty="0">
                <a:ea typeface="+mj-lt"/>
                <a:cs typeface="+mj-lt"/>
              </a:rPr>
              <a:t> sur les données </a:t>
            </a:r>
            <a:r>
              <a:rPr lang="en-US" sz="3200" dirty="0" err="1">
                <a:ea typeface="+mj-lt"/>
                <a:cs typeface="+mj-lt"/>
              </a:rPr>
              <a:t>d’apprentissage</a:t>
            </a:r>
            <a:r>
              <a:rPr lang="en-US" sz="3200" dirty="0">
                <a:ea typeface="+mj-lt"/>
                <a:cs typeface="+mj-lt"/>
              </a:rPr>
              <a:t>,</a:t>
            </a: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Mais on </a:t>
            </a:r>
            <a:r>
              <a:rPr lang="en-US" sz="3200" dirty="0" err="1">
                <a:ea typeface="+mj-lt"/>
                <a:cs typeface="+mj-lt"/>
              </a:rPr>
              <a:t>améliore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souvent</a:t>
            </a:r>
            <a:r>
              <a:rPr lang="en-US" sz="3200" dirty="0">
                <a:ea typeface="+mj-lt"/>
                <a:cs typeface="+mj-lt"/>
              </a:rPr>
              <a:t> la performance sur de </a:t>
            </a:r>
            <a:r>
              <a:rPr lang="en-US" sz="3200" dirty="0" err="1">
                <a:ea typeface="+mj-lt"/>
                <a:cs typeface="+mj-lt"/>
              </a:rPr>
              <a:t>nouvelles</a:t>
            </a:r>
            <a:r>
              <a:rPr lang="en-US" sz="3200" dirty="0">
                <a:ea typeface="+mj-lt"/>
                <a:cs typeface="+mj-lt"/>
              </a:rPr>
              <a:t> données (</a:t>
            </a:r>
            <a:r>
              <a:rPr lang="en-US" sz="3200" dirty="0" err="1">
                <a:ea typeface="+mj-lt"/>
                <a:cs typeface="+mj-lt"/>
              </a:rPr>
              <a:t>meilleure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généralisation</a:t>
            </a:r>
            <a:r>
              <a:rPr lang="en-US" sz="3200" dirty="0">
                <a:ea typeface="+mj-lt"/>
                <a:cs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6802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07701-3625-21C9-03CE-CA192EE0B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572A-2799-59BE-41F1-B2569D383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029" y="198239"/>
            <a:ext cx="9636654" cy="59782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srgbClr val="1E5155">
                  <a:lumMod val="40000"/>
                  <a:lumOff val="60000"/>
                </a:srgbClr>
              </a:buClr>
              <a:buNone/>
            </a:pPr>
            <a:endParaRPr lang="en-US" sz="2400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Exemple2 :</a:t>
            </a:r>
            <a:endParaRPr lang="en-US" sz="2400" dirty="0"/>
          </a:p>
          <a:p>
            <a:pPr>
              <a:buNone/>
            </a:pPr>
            <a:r>
              <a:rPr lang="en-US" sz="2400" dirty="0" err="1">
                <a:ea typeface="+mj-lt"/>
                <a:cs typeface="+mj-lt"/>
              </a:rPr>
              <a:t>Imaginons</a:t>
            </a:r>
            <a:r>
              <a:rPr lang="en-US" sz="2400" dirty="0">
                <a:ea typeface="+mj-lt"/>
                <a:cs typeface="+mj-lt"/>
              </a:rPr>
              <a:t> que </a:t>
            </a:r>
            <a:r>
              <a:rPr lang="en-US" sz="2400" dirty="0" err="1">
                <a:ea typeface="+mj-lt"/>
                <a:cs typeface="+mj-lt"/>
              </a:rPr>
              <a:t>tu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entraînes</a:t>
            </a:r>
            <a:r>
              <a:rPr lang="en-US" sz="2400" dirty="0">
                <a:ea typeface="+mj-lt"/>
                <a:cs typeface="+mj-lt"/>
              </a:rPr>
              <a:t> un </a:t>
            </a:r>
            <a:r>
              <a:rPr lang="en-US" sz="2400" dirty="0" err="1">
                <a:ea typeface="+mj-lt"/>
                <a:cs typeface="+mj-lt"/>
              </a:rPr>
              <a:t>modèle</a:t>
            </a:r>
            <a:r>
              <a:rPr lang="en-US" sz="2400" dirty="0">
                <a:ea typeface="+mj-lt"/>
                <a:cs typeface="+mj-lt"/>
              </a:rPr>
              <a:t> pour </a:t>
            </a:r>
            <a:r>
              <a:rPr lang="en-US" sz="2400" dirty="0" err="1">
                <a:ea typeface="+mj-lt"/>
                <a:cs typeface="+mj-lt"/>
              </a:rPr>
              <a:t>reconnaître</a:t>
            </a:r>
            <a:r>
              <a:rPr lang="en-US" sz="2400" dirty="0">
                <a:ea typeface="+mj-lt"/>
                <a:cs typeface="+mj-lt"/>
              </a:rPr>
              <a:t> des </a:t>
            </a:r>
            <a:r>
              <a:rPr lang="en-US" sz="2400" dirty="0" err="1">
                <a:ea typeface="+mj-lt"/>
                <a:cs typeface="+mj-lt"/>
              </a:rPr>
              <a:t>formes</a:t>
            </a:r>
            <a:r>
              <a:rPr lang="en-US" sz="2400" dirty="0">
                <a:ea typeface="+mj-lt"/>
                <a:cs typeface="+mj-lt"/>
              </a:rPr>
              <a:t> (cercle </a:t>
            </a:r>
            <a:r>
              <a:rPr lang="en-US" sz="2400" dirty="0" err="1">
                <a:ea typeface="+mj-lt"/>
                <a:cs typeface="+mj-lt"/>
              </a:rPr>
              <a:t>ou</a:t>
            </a:r>
            <a:r>
              <a:rPr lang="en-US" sz="2400" dirty="0">
                <a:ea typeface="+mj-lt"/>
                <a:cs typeface="+mj-lt"/>
              </a:rPr>
              <a:t> carré), et que dans le jeu </a:t>
            </a:r>
            <a:r>
              <a:rPr lang="en-US" sz="2400" dirty="0" err="1">
                <a:ea typeface="+mj-lt"/>
                <a:cs typeface="+mj-lt"/>
              </a:rPr>
              <a:t>d’entraînement</a:t>
            </a:r>
            <a:r>
              <a:rPr lang="en-US" sz="2400" dirty="0">
                <a:ea typeface="+mj-lt"/>
                <a:cs typeface="+mj-lt"/>
              </a:rPr>
              <a:t>, il y a </a:t>
            </a:r>
            <a:r>
              <a:rPr lang="en-US" sz="2400" dirty="0" err="1">
                <a:ea typeface="+mj-lt"/>
                <a:cs typeface="+mj-lt"/>
              </a:rPr>
              <a:t>une</a:t>
            </a:r>
            <a:r>
              <a:rPr lang="en-US" sz="2400" dirty="0">
                <a:ea typeface="+mj-lt"/>
                <a:cs typeface="+mj-lt"/>
              </a:rPr>
              <a:t> image </a:t>
            </a:r>
            <a:r>
              <a:rPr lang="en-US" sz="2400" dirty="0" err="1">
                <a:ea typeface="+mj-lt"/>
                <a:cs typeface="+mj-lt"/>
              </a:rPr>
              <a:t>floue</a:t>
            </a:r>
            <a:r>
              <a:rPr lang="en-US" sz="2400" dirty="0">
                <a:ea typeface="+mj-lt"/>
                <a:cs typeface="+mj-lt"/>
              </a:rPr>
              <a:t> de carré mal </a:t>
            </a:r>
            <a:r>
              <a:rPr lang="en-US" sz="2400" dirty="0" err="1">
                <a:ea typeface="+mj-lt"/>
                <a:cs typeface="+mj-lt"/>
              </a:rPr>
              <a:t>classée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comme</a:t>
            </a:r>
            <a:r>
              <a:rPr lang="en-US" sz="2400" dirty="0">
                <a:ea typeface="+mj-lt"/>
                <a:cs typeface="+mj-lt"/>
              </a:rPr>
              <a:t> un cercle par </a:t>
            </a:r>
            <a:r>
              <a:rPr lang="en-US" sz="2400" dirty="0" err="1">
                <a:ea typeface="+mj-lt"/>
                <a:cs typeface="+mj-lt"/>
              </a:rPr>
              <a:t>erreur</a:t>
            </a:r>
            <a:r>
              <a:rPr lang="en-US" sz="2400" dirty="0">
                <a:ea typeface="+mj-lt"/>
                <a:cs typeface="+mj-lt"/>
              </a:rPr>
              <a:t>.</a:t>
            </a: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🔸 </a:t>
            </a:r>
            <a:r>
              <a:rPr lang="en-US" sz="2400" dirty="0" err="1">
                <a:ea typeface="+mj-lt"/>
                <a:cs typeface="+mj-lt"/>
              </a:rPr>
              <a:t>Modèle</a:t>
            </a:r>
            <a:r>
              <a:rPr lang="en-US" sz="2400" dirty="0">
                <a:ea typeface="+mj-lt"/>
                <a:cs typeface="+mj-lt"/>
              </a:rPr>
              <a:t> normal :</a:t>
            </a: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  Il </a:t>
            </a:r>
            <a:r>
              <a:rPr lang="en-US" sz="2400" dirty="0" err="1">
                <a:ea typeface="+mj-lt"/>
                <a:cs typeface="+mj-lt"/>
              </a:rPr>
              <a:t>va</a:t>
            </a:r>
            <a:r>
              <a:rPr lang="en-US" sz="2400" dirty="0">
                <a:ea typeface="+mj-lt"/>
                <a:cs typeface="+mj-lt"/>
              </a:rPr>
              <a:t> ignorer </a:t>
            </a:r>
            <a:r>
              <a:rPr lang="en-US" sz="2400" dirty="0" err="1">
                <a:ea typeface="+mj-lt"/>
                <a:cs typeface="+mj-lt"/>
              </a:rPr>
              <a:t>cette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erreur</a:t>
            </a:r>
            <a:r>
              <a:rPr lang="en-US" sz="2400" dirty="0">
                <a:ea typeface="+mj-lt"/>
                <a:cs typeface="+mj-lt"/>
              </a:rPr>
              <a:t> et </a:t>
            </a:r>
            <a:r>
              <a:rPr lang="en-US" sz="2400" dirty="0" err="1">
                <a:ea typeface="+mj-lt"/>
                <a:cs typeface="+mj-lt"/>
              </a:rPr>
              <a:t>apprendre</a:t>
            </a:r>
            <a:r>
              <a:rPr lang="en-US" sz="2400" dirty="0">
                <a:ea typeface="+mj-lt"/>
                <a:cs typeface="+mj-lt"/>
              </a:rPr>
              <a:t> les </a:t>
            </a:r>
            <a:r>
              <a:rPr lang="en-US" sz="2400" dirty="0" err="1">
                <a:ea typeface="+mj-lt"/>
                <a:cs typeface="+mj-lt"/>
              </a:rPr>
              <a:t>formes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générales</a:t>
            </a:r>
            <a:r>
              <a:rPr lang="en-US" sz="2400" dirty="0">
                <a:ea typeface="+mj-lt"/>
                <a:cs typeface="+mj-lt"/>
              </a:rPr>
              <a:t> de cercle et carré. Il ne </a:t>
            </a:r>
            <a:r>
              <a:rPr lang="en-US" sz="2400" dirty="0" err="1">
                <a:ea typeface="+mj-lt"/>
                <a:cs typeface="+mj-lt"/>
              </a:rPr>
              <a:t>classera</a:t>
            </a:r>
            <a:r>
              <a:rPr lang="en-US" sz="2400" dirty="0">
                <a:ea typeface="+mj-lt"/>
                <a:cs typeface="+mj-lt"/>
              </a:rPr>
              <a:t> pas </a:t>
            </a:r>
            <a:r>
              <a:rPr lang="en-US" sz="2400" dirty="0" err="1">
                <a:ea typeface="+mj-lt"/>
                <a:cs typeface="+mj-lt"/>
              </a:rPr>
              <a:t>parfaitement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toutes</a:t>
            </a:r>
            <a:r>
              <a:rPr lang="en-US" sz="2400" dirty="0">
                <a:ea typeface="+mj-lt"/>
                <a:cs typeface="+mj-lt"/>
              </a:rPr>
              <a:t> les données </a:t>
            </a:r>
            <a:r>
              <a:rPr lang="en-US" sz="2400" dirty="0" err="1">
                <a:ea typeface="+mj-lt"/>
                <a:cs typeface="+mj-lt"/>
              </a:rPr>
              <a:t>d'entraînement</a:t>
            </a:r>
            <a:r>
              <a:rPr lang="en-US" sz="2400" dirty="0">
                <a:ea typeface="+mj-lt"/>
                <a:cs typeface="+mj-lt"/>
              </a:rPr>
              <a:t>.</a:t>
            </a: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🔸 </a:t>
            </a:r>
            <a:r>
              <a:rPr lang="en-US" sz="2400" dirty="0" err="1">
                <a:ea typeface="+mj-lt"/>
                <a:cs typeface="+mj-lt"/>
              </a:rPr>
              <a:t>Modèle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en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surapprentissage</a:t>
            </a:r>
            <a:r>
              <a:rPr lang="en-US" sz="2400" dirty="0">
                <a:ea typeface="+mj-lt"/>
                <a:cs typeface="+mj-lt"/>
              </a:rPr>
              <a:t> :</a:t>
            </a: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Il </a:t>
            </a:r>
            <a:r>
              <a:rPr lang="en-US" sz="2400" dirty="0" err="1">
                <a:ea typeface="+mj-lt"/>
                <a:cs typeface="+mj-lt"/>
              </a:rPr>
              <a:t>va</a:t>
            </a:r>
            <a:r>
              <a:rPr lang="en-US" sz="2400" dirty="0">
                <a:ea typeface="+mj-lt"/>
                <a:cs typeface="+mj-lt"/>
              </a:rPr>
              <a:t> "se forcer" à </a:t>
            </a:r>
            <a:r>
              <a:rPr lang="en-US" sz="2400" dirty="0" err="1">
                <a:ea typeface="+mj-lt"/>
                <a:cs typeface="+mj-lt"/>
              </a:rPr>
              <a:t>apprendre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aussi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cette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erreur</a:t>
            </a:r>
            <a:endParaRPr lang="en-US" sz="2400" dirty="0" err="1"/>
          </a:p>
        </p:txBody>
      </p:sp>
    </p:spTree>
    <p:extLst>
      <p:ext uri="{BB962C8B-B14F-4D97-AF65-F5344CB8AC3E}">
        <p14:creationId xmlns:p14="http://schemas.microsoft.com/office/powerpoint/2010/main" val="334429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E943-A666-C981-DA95-1971FEA9A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90489-D5D3-E310-9FEE-1857E753F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43296"/>
            <a:ext cx="9636654" cy="59638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srgbClr val="1E5155">
                  <a:lumMod val="40000"/>
                  <a:lumOff val="60000"/>
                </a:srgbClr>
              </a:buClr>
              <a:buNone/>
            </a:pPr>
            <a:endParaRPr lang="en-US" sz="2400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US" sz="2400" dirty="0">
                <a:ea typeface="+mj-lt"/>
                <a:cs typeface="+mj-lt"/>
              </a:rPr>
              <a:t>Exemple3: "</a:t>
            </a:r>
            <a:r>
              <a:rPr lang="en-US" sz="2400" dirty="0" err="1">
                <a:ea typeface="+mj-lt"/>
                <a:cs typeface="+mj-lt"/>
              </a:rPr>
              <a:t>Apprendre</a:t>
            </a:r>
            <a:r>
              <a:rPr lang="en-US" sz="2400" dirty="0">
                <a:ea typeface="+mj-lt"/>
                <a:cs typeface="+mj-lt"/>
              </a:rPr>
              <a:t> par </a:t>
            </a:r>
            <a:r>
              <a:rPr lang="en-US" sz="2400" dirty="0" err="1">
                <a:ea typeface="+mj-lt"/>
                <a:cs typeface="+mj-lt"/>
              </a:rPr>
              <a:t>cœur</a:t>
            </a:r>
            <a:r>
              <a:rPr lang="en-US" sz="2400" dirty="0">
                <a:ea typeface="+mj-lt"/>
                <a:cs typeface="+mj-lt"/>
              </a:rPr>
              <a:t>":</a:t>
            </a: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Imaginons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une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fonction</a:t>
            </a:r>
            <a:r>
              <a:rPr lang="en-US" sz="2400" dirty="0">
                <a:ea typeface="+mj-lt"/>
                <a:cs typeface="+mj-lt"/>
              </a:rPr>
              <a:t> simple :</a:t>
            </a: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 Des points bien </a:t>
            </a:r>
            <a:r>
              <a:rPr lang="en-US" sz="2400" dirty="0" err="1">
                <a:ea typeface="+mj-lt"/>
                <a:cs typeface="+mj-lt"/>
              </a:rPr>
              <a:t>alignés</a:t>
            </a:r>
            <a:r>
              <a:rPr lang="en-US" sz="2400" dirty="0">
                <a:ea typeface="+mj-lt"/>
                <a:cs typeface="+mj-lt"/>
              </a:rPr>
              <a:t> sur </a:t>
            </a:r>
            <a:r>
              <a:rPr lang="en-US" sz="2400" dirty="0" err="1">
                <a:ea typeface="+mj-lt"/>
                <a:cs typeface="+mj-lt"/>
              </a:rPr>
              <a:t>une</a:t>
            </a:r>
            <a:r>
              <a:rPr lang="en-US" sz="2400" dirty="0">
                <a:ea typeface="+mj-lt"/>
                <a:cs typeface="+mj-lt"/>
              </a:rPr>
              <a:t> droite, avec un peu de bruit.</a:t>
            </a: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🔸 </a:t>
            </a:r>
            <a:r>
              <a:rPr lang="en-US" sz="2400" err="1">
                <a:ea typeface="+mj-lt"/>
                <a:cs typeface="+mj-lt"/>
              </a:rPr>
              <a:t>Modèle</a:t>
            </a:r>
            <a:r>
              <a:rPr lang="en-US" sz="2400" dirty="0">
                <a:ea typeface="+mj-lt"/>
                <a:cs typeface="+mj-lt"/>
              </a:rPr>
              <a:t> correct :</a:t>
            </a:r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 Il </a:t>
            </a:r>
            <a:r>
              <a:rPr lang="en-US" sz="2400" dirty="0" err="1">
                <a:ea typeface="+mj-lt"/>
                <a:cs typeface="+mj-lt"/>
              </a:rPr>
              <a:t>apprend</a:t>
            </a:r>
            <a:r>
              <a:rPr lang="en-US" sz="2400" dirty="0">
                <a:ea typeface="+mj-lt"/>
                <a:cs typeface="+mj-lt"/>
              </a:rPr>
              <a:t> la tendance </a:t>
            </a:r>
            <a:r>
              <a:rPr lang="en-US" sz="2400" dirty="0" err="1">
                <a:ea typeface="+mj-lt"/>
                <a:cs typeface="+mj-lt"/>
              </a:rPr>
              <a:t>générale</a:t>
            </a:r>
            <a:r>
              <a:rPr lang="en-US" sz="2400" dirty="0">
                <a:ea typeface="+mj-lt"/>
                <a:cs typeface="+mj-lt"/>
              </a:rPr>
              <a:t> (la droite). </a:t>
            </a:r>
            <a:r>
              <a:rPr lang="en-US" sz="2400" dirty="0" err="1">
                <a:ea typeface="+mj-lt"/>
                <a:cs typeface="+mj-lt"/>
              </a:rPr>
              <a:t>Même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s’il</a:t>
            </a:r>
            <a:r>
              <a:rPr lang="en-US" sz="2400" dirty="0">
                <a:ea typeface="+mj-lt"/>
                <a:cs typeface="+mj-lt"/>
              </a:rPr>
              <a:t> fait </a:t>
            </a:r>
            <a:r>
              <a:rPr lang="en-US" sz="2400" dirty="0" err="1">
                <a:ea typeface="+mj-lt"/>
                <a:cs typeface="+mj-lt"/>
              </a:rPr>
              <a:t>quelques</a:t>
            </a:r>
            <a:r>
              <a:rPr lang="en-US" sz="2400" dirty="0">
                <a:ea typeface="+mj-lt"/>
                <a:cs typeface="+mj-lt"/>
              </a:rPr>
              <a:t> petites </a:t>
            </a:r>
            <a:r>
              <a:rPr lang="en-US" sz="2400" dirty="0" err="1">
                <a:ea typeface="+mj-lt"/>
                <a:cs typeface="+mj-lt"/>
              </a:rPr>
              <a:t>erreurs</a:t>
            </a:r>
            <a:r>
              <a:rPr lang="en-US" sz="2400" dirty="0">
                <a:ea typeface="+mj-lt"/>
                <a:cs typeface="+mj-lt"/>
              </a:rPr>
              <a:t> sur le train, il </a:t>
            </a:r>
            <a:r>
              <a:rPr lang="en-US" sz="2400" dirty="0" err="1">
                <a:ea typeface="+mj-lt"/>
                <a:cs typeface="+mj-lt"/>
              </a:rPr>
              <a:t>généralise</a:t>
            </a:r>
            <a:r>
              <a:rPr lang="en-US" sz="2400" dirty="0">
                <a:ea typeface="+mj-lt"/>
                <a:cs typeface="+mj-lt"/>
              </a:rPr>
              <a:t> bien.</a:t>
            </a:r>
            <a:endParaRPr lang="en-US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🔸 </a:t>
            </a:r>
            <a:r>
              <a:rPr lang="en-US" sz="2400" dirty="0" err="1">
                <a:ea typeface="+mj-lt"/>
                <a:cs typeface="+mj-lt"/>
              </a:rPr>
              <a:t>Modèle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en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surapprentissage</a:t>
            </a:r>
            <a:r>
              <a:rPr lang="en-US" sz="2400" dirty="0">
                <a:ea typeface="+mj-lt"/>
                <a:cs typeface="+mj-lt"/>
              </a:rPr>
              <a:t> :</a:t>
            </a:r>
            <a:endParaRPr lang="en-US" sz="2400" dirty="0"/>
          </a:p>
          <a:p>
            <a:pPr>
              <a:buNone/>
            </a:pPr>
            <a:r>
              <a:rPr lang="en-US" sz="2400" dirty="0">
                <a:ea typeface="+mj-lt"/>
                <a:cs typeface="+mj-lt"/>
              </a:rPr>
              <a:t> Il </a:t>
            </a:r>
            <a:r>
              <a:rPr lang="en-US" sz="2400" dirty="0" err="1">
                <a:ea typeface="+mj-lt"/>
                <a:cs typeface="+mj-lt"/>
              </a:rPr>
              <a:t>crée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une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courbe</a:t>
            </a:r>
            <a:r>
              <a:rPr lang="en-US" sz="2400" dirty="0">
                <a:ea typeface="+mj-lt"/>
                <a:cs typeface="+mj-lt"/>
              </a:rPr>
              <a:t> très </a:t>
            </a:r>
            <a:r>
              <a:rPr lang="en-US" sz="2400" dirty="0" err="1">
                <a:ea typeface="+mj-lt"/>
                <a:cs typeface="+mj-lt"/>
              </a:rPr>
              <a:t>complexe</a:t>
            </a:r>
            <a:r>
              <a:rPr lang="en-US" sz="2400" dirty="0">
                <a:ea typeface="+mj-lt"/>
                <a:cs typeface="+mj-lt"/>
              </a:rPr>
              <a:t> qui passe </a:t>
            </a:r>
            <a:r>
              <a:rPr lang="en-US" sz="2400" dirty="0" err="1">
                <a:ea typeface="+mj-lt"/>
                <a:cs typeface="+mj-lt"/>
              </a:rPr>
              <a:t>exactement</a:t>
            </a:r>
            <a:r>
              <a:rPr lang="en-US" sz="2400" dirty="0">
                <a:ea typeface="+mj-lt"/>
                <a:cs typeface="+mj-lt"/>
              </a:rPr>
              <a:t> par </a:t>
            </a:r>
            <a:r>
              <a:rPr lang="en-US" sz="2400" dirty="0" err="1">
                <a:ea typeface="+mj-lt"/>
                <a:cs typeface="+mj-lt"/>
              </a:rPr>
              <a:t>tous</a:t>
            </a:r>
            <a:r>
              <a:rPr lang="en-US" sz="2400" dirty="0">
                <a:ea typeface="+mj-lt"/>
                <a:cs typeface="+mj-lt"/>
              </a:rPr>
              <a:t> les points </a:t>
            </a:r>
            <a:r>
              <a:rPr lang="en-US" sz="2400" dirty="0" err="1">
                <a:ea typeface="+mj-lt"/>
                <a:cs typeface="+mj-lt"/>
              </a:rPr>
              <a:t>d’entraînement</a:t>
            </a:r>
            <a:r>
              <a:rPr lang="en-US" sz="2400" dirty="0">
                <a:ea typeface="+mj-lt"/>
                <a:cs typeface="+mj-lt"/>
              </a:rPr>
              <a:t>, </a:t>
            </a:r>
            <a:r>
              <a:rPr lang="en-US" sz="2400" dirty="0" err="1">
                <a:ea typeface="+mj-lt"/>
                <a:cs typeface="+mj-lt"/>
              </a:rPr>
              <a:t>même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ceux</a:t>
            </a:r>
            <a:r>
              <a:rPr lang="en-US" sz="2400" dirty="0">
                <a:ea typeface="+mj-lt"/>
                <a:cs typeface="+mj-lt"/>
              </a:rPr>
              <a:t> qui </a:t>
            </a:r>
            <a:r>
              <a:rPr lang="en-US" sz="2400" dirty="0" err="1">
                <a:ea typeface="+mj-lt"/>
                <a:cs typeface="+mj-lt"/>
              </a:rPr>
              <a:t>sont</a:t>
            </a:r>
            <a:r>
              <a:rPr lang="en-US" sz="2400" dirty="0">
                <a:ea typeface="+mj-lt"/>
                <a:cs typeface="+mj-lt"/>
              </a:rPr>
              <a:t> </a:t>
            </a:r>
            <a:r>
              <a:rPr lang="en-US" sz="2400" dirty="0" err="1">
                <a:ea typeface="+mj-lt"/>
                <a:cs typeface="+mj-lt"/>
              </a:rPr>
              <a:t>dus</a:t>
            </a:r>
            <a:r>
              <a:rPr lang="en-US" sz="2400" dirty="0">
                <a:ea typeface="+mj-lt"/>
                <a:cs typeface="+mj-lt"/>
              </a:rPr>
              <a:t> au bruit.</a:t>
            </a:r>
          </a:p>
          <a:p>
            <a:pPr marL="0" indent="0">
              <a:buNone/>
            </a:pPr>
            <a:r>
              <a:rPr lang="en-US" sz="2400" dirty="0">
                <a:ea typeface="+mj-lt"/>
                <a:cs typeface="+mj-lt"/>
              </a:rPr>
              <a:t>→ </a:t>
            </a:r>
            <a:r>
              <a:rPr lang="en-US" sz="2400" err="1">
                <a:ea typeface="+mj-lt"/>
                <a:cs typeface="+mj-lt"/>
              </a:rPr>
              <a:t>Résultat</a:t>
            </a:r>
            <a:r>
              <a:rPr lang="en-US" sz="2400" dirty="0">
                <a:ea typeface="+mj-lt"/>
                <a:cs typeface="+mj-lt"/>
              </a:rPr>
              <a:t> : </a:t>
            </a:r>
            <a:r>
              <a:rPr lang="en-US" sz="2400" err="1">
                <a:ea typeface="+mj-lt"/>
                <a:cs typeface="+mj-lt"/>
              </a:rPr>
              <a:t>catastrophique</a:t>
            </a:r>
            <a:r>
              <a:rPr lang="en-US" sz="2400" dirty="0">
                <a:ea typeface="+mj-lt"/>
                <a:cs typeface="+mj-lt"/>
              </a:rPr>
              <a:t> sur les nouveaux points.</a:t>
            </a:r>
          </a:p>
          <a:p>
            <a:pPr marL="0" indent="0">
              <a:buNone/>
            </a:pPr>
            <a:endParaRPr lang="en-US" sz="2400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2746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EE52-BB7E-28F7-01B5-79FE50C3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6A2F-AC77-E8DC-8408-7CFDA8F63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771" y="2839360"/>
            <a:ext cx="9404723" cy="2565096"/>
          </a:xfrm>
        </p:spPr>
        <p:txBody>
          <a:bodyPr/>
          <a:lstStyle/>
          <a:p>
            <a:r>
              <a:rPr lang="en-US" sz="4400" dirty="0"/>
              <a:t>5-comment</a:t>
            </a:r>
            <a:r>
              <a:rPr lang="en-US" sz="4400" dirty="0">
                <a:ea typeface="+mj-lt"/>
                <a:cs typeface="+mj-lt"/>
              </a:rPr>
              <a:t> on faire </a:t>
            </a:r>
            <a:r>
              <a:rPr lang="en-US" sz="4400" dirty="0" err="1">
                <a:ea typeface="+mj-lt"/>
                <a:cs typeface="+mj-lt"/>
              </a:rPr>
              <a:t>elaguation</a:t>
            </a:r>
            <a:r>
              <a:rPr lang="en-US" sz="4400" dirty="0">
                <a:ea typeface="+mj-lt"/>
                <a:cs typeface="+mj-lt"/>
              </a:rPr>
              <a:t> de </a:t>
            </a:r>
            <a:r>
              <a:rPr lang="en-US" sz="4400" dirty="0" err="1">
                <a:ea typeface="+mj-lt"/>
                <a:cs typeface="+mj-lt"/>
              </a:rPr>
              <a:t>larbre</a:t>
            </a:r>
            <a:r>
              <a:rPr lang="en-US" sz="4400" dirty="0">
                <a:ea typeface="+mj-lt"/>
                <a:cs typeface="+mj-lt"/>
              </a:rPr>
              <a:t>: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22641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7C4F-2888-8620-4D14-F353EA98B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A12B-6511-C54A-9EFD-67600D519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149" y="179548"/>
            <a:ext cx="9404723" cy="1400530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A-Pré-</a:t>
            </a:r>
            <a:r>
              <a:rPr lang="en-US" dirty="0" err="1">
                <a:ea typeface="+mj-lt"/>
                <a:cs typeface="+mj-lt"/>
              </a:rPr>
              <a:t>élagage</a:t>
            </a:r>
            <a:r>
              <a:rPr lang="en-US" dirty="0">
                <a:ea typeface="+mj-lt"/>
                <a:cs typeface="+mj-lt"/>
              </a:rPr>
              <a:t> (pre-pruning):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482D-09BF-42A2-E2F7-8476F81D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974617"/>
            <a:ext cx="8946541" cy="123374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 dirty="0">
                <a:ea typeface="+mj-lt"/>
                <a:cs typeface="+mj-lt"/>
              </a:rPr>
              <a:t>On </a:t>
            </a:r>
            <a:r>
              <a:rPr lang="en-US" sz="3200" dirty="0" err="1">
                <a:ea typeface="+mj-lt"/>
                <a:cs typeface="+mj-lt"/>
              </a:rPr>
              <a:t>arrête</a:t>
            </a:r>
            <a:r>
              <a:rPr lang="en-US" sz="3200" dirty="0">
                <a:ea typeface="+mj-lt"/>
                <a:cs typeface="+mj-lt"/>
              </a:rPr>
              <a:t> la construction de </a:t>
            </a:r>
            <a:r>
              <a:rPr lang="en-US" sz="3200" dirty="0" err="1">
                <a:ea typeface="+mj-lt"/>
                <a:cs typeface="+mj-lt"/>
              </a:rPr>
              <a:t>l’arbre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avant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qu’il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soit</a:t>
            </a:r>
            <a:r>
              <a:rPr lang="en-US" sz="3200" dirty="0">
                <a:ea typeface="+mj-lt"/>
                <a:cs typeface="+mj-lt"/>
              </a:rPr>
              <a:t> trop </a:t>
            </a:r>
            <a:r>
              <a:rPr lang="en-US" sz="3200" dirty="0" err="1">
                <a:ea typeface="+mj-lt"/>
                <a:cs typeface="+mj-lt"/>
              </a:rPr>
              <a:t>profond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ou</a:t>
            </a:r>
            <a:r>
              <a:rPr lang="en-US" sz="3200" dirty="0">
                <a:ea typeface="+mj-lt"/>
                <a:cs typeface="+mj-lt"/>
              </a:rPr>
              <a:t> trop </a:t>
            </a:r>
            <a:r>
              <a:rPr lang="en-US" sz="3200" dirty="0" err="1">
                <a:ea typeface="+mj-lt"/>
                <a:cs typeface="+mj-lt"/>
              </a:rPr>
              <a:t>détaillé</a:t>
            </a:r>
            <a:r>
              <a:rPr lang="en-US" sz="3200" dirty="0">
                <a:ea typeface="+mj-lt"/>
                <a:cs typeface="+mj-lt"/>
              </a:rPr>
              <a:t>.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sz="3200" dirty="0">
                <a:ea typeface="+mj-lt"/>
                <a:cs typeface="+mj-lt"/>
              </a:rPr>
              <a:t>Comment ?</a:t>
            </a: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sz="3200" dirty="0">
                <a:ea typeface="+mj-lt"/>
                <a:cs typeface="+mj-lt"/>
              </a:rPr>
              <a:t>On impose des </a:t>
            </a:r>
            <a:r>
              <a:rPr lang="en-US" sz="3200" dirty="0" err="1">
                <a:ea typeface="+mj-lt"/>
                <a:cs typeface="+mj-lt"/>
              </a:rPr>
              <a:t>limites</a:t>
            </a:r>
            <a:r>
              <a:rPr lang="en-US" sz="3200" dirty="0">
                <a:ea typeface="+mj-lt"/>
                <a:cs typeface="+mj-lt"/>
              </a:rPr>
              <a:t> 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Hauteur </a:t>
            </a:r>
            <a:r>
              <a:rPr lang="en-US" sz="3200" dirty="0" err="1">
                <a:ea typeface="+mj-lt"/>
                <a:cs typeface="+mj-lt"/>
              </a:rPr>
              <a:t>maximale</a:t>
            </a:r>
            <a:r>
              <a:rPr lang="en-US" sz="3200" dirty="0">
                <a:ea typeface="+mj-lt"/>
                <a:cs typeface="+mj-lt"/>
              </a:rPr>
              <a:t> de </a:t>
            </a:r>
            <a:r>
              <a:rPr lang="en-US" sz="3200" dirty="0" err="1">
                <a:ea typeface="+mj-lt"/>
                <a:cs typeface="+mj-lt"/>
              </a:rPr>
              <a:t>l’arbre</a:t>
            </a:r>
            <a:r>
              <a:rPr lang="en-US" sz="3200" dirty="0">
                <a:ea typeface="+mj-lt"/>
                <a:cs typeface="+mj-lt"/>
              </a:rPr>
              <a:t> (ex : pas plus de 5 </a:t>
            </a:r>
            <a:r>
              <a:rPr lang="en-US" sz="3200" dirty="0" err="1">
                <a:ea typeface="+mj-lt"/>
                <a:cs typeface="+mj-lt"/>
              </a:rPr>
              <a:t>niveaux</a:t>
            </a:r>
            <a:r>
              <a:rPr lang="en-US" sz="3200" dirty="0">
                <a:ea typeface="+mj-lt"/>
                <a:cs typeface="+mj-lt"/>
              </a:rPr>
              <a:t>)</a:t>
            </a: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Nombre minimum </a:t>
            </a:r>
            <a:r>
              <a:rPr lang="en-US" sz="3200" dirty="0" err="1">
                <a:ea typeface="+mj-lt"/>
                <a:cs typeface="+mj-lt"/>
              </a:rPr>
              <a:t>d’exemples</a:t>
            </a:r>
            <a:r>
              <a:rPr lang="en-US" sz="3200" dirty="0">
                <a:ea typeface="+mj-lt"/>
                <a:cs typeface="+mj-lt"/>
              </a:rPr>
              <a:t> dans un </a:t>
            </a:r>
            <a:r>
              <a:rPr lang="en-US" sz="3200" dirty="0" err="1">
                <a:ea typeface="+mj-lt"/>
                <a:cs typeface="+mj-lt"/>
              </a:rPr>
              <a:t>nœud</a:t>
            </a:r>
            <a:r>
              <a:rPr lang="en-US" sz="3200" dirty="0">
                <a:ea typeface="+mj-lt"/>
                <a:cs typeface="+mj-lt"/>
              </a:rPr>
              <a:t> (ex : au </a:t>
            </a:r>
            <a:r>
              <a:rPr lang="en-US" sz="3200" dirty="0" err="1">
                <a:ea typeface="+mj-lt"/>
                <a:cs typeface="+mj-lt"/>
              </a:rPr>
              <a:t>moins</a:t>
            </a:r>
            <a:r>
              <a:rPr lang="en-US" sz="3200" dirty="0">
                <a:ea typeface="+mj-lt"/>
                <a:cs typeface="+mj-lt"/>
              </a:rPr>
              <a:t> 10)</a:t>
            </a:r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Gain </a:t>
            </a:r>
            <a:r>
              <a:rPr lang="en-US" sz="3200" dirty="0" err="1">
                <a:ea typeface="+mj-lt"/>
                <a:cs typeface="+mj-lt"/>
              </a:rPr>
              <a:t>d’information</a:t>
            </a:r>
            <a:r>
              <a:rPr lang="en-US" sz="3200" dirty="0">
                <a:ea typeface="+mj-lt"/>
                <a:cs typeface="+mj-lt"/>
              </a:rPr>
              <a:t> minimum (</a:t>
            </a:r>
            <a:r>
              <a:rPr lang="en-US" sz="3200" dirty="0" err="1">
                <a:ea typeface="+mj-lt"/>
                <a:cs typeface="+mj-lt"/>
              </a:rPr>
              <a:t>si</a:t>
            </a:r>
            <a:r>
              <a:rPr lang="en-US" sz="3200" dirty="0">
                <a:ea typeface="+mj-lt"/>
                <a:cs typeface="+mj-lt"/>
              </a:rPr>
              <a:t> un split </a:t>
            </a:r>
            <a:r>
              <a:rPr lang="en-US" sz="3200" dirty="0" err="1">
                <a:ea typeface="+mj-lt"/>
                <a:cs typeface="+mj-lt"/>
              </a:rPr>
              <a:t>n’améliore</a:t>
            </a:r>
            <a:r>
              <a:rPr lang="en-US" sz="3200" dirty="0">
                <a:ea typeface="+mj-lt"/>
                <a:cs typeface="+mj-lt"/>
              </a:rPr>
              <a:t> pas </a:t>
            </a:r>
            <a:r>
              <a:rPr lang="en-US" sz="3200" dirty="0" err="1">
                <a:ea typeface="+mj-lt"/>
                <a:cs typeface="+mj-lt"/>
              </a:rPr>
              <a:t>assez</a:t>
            </a:r>
            <a:r>
              <a:rPr lang="en-US" sz="3200" dirty="0">
                <a:ea typeface="+mj-lt"/>
                <a:cs typeface="+mj-lt"/>
              </a:rPr>
              <a:t>, on </a:t>
            </a:r>
            <a:r>
              <a:rPr lang="en-US" sz="3200" dirty="0" err="1">
                <a:ea typeface="+mj-lt"/>
                <a:cs typeface="+mj-lt"/>
              </a:rPr>
              <a:t>l’arrête</a:t>
            </a:r>
            <a:r>
              <a:rPr lang="en-US" sz="3200" dirty="0">
                <a:ea typeface="+mj-lt"/>
                <a:cs typeface="+mj-lt"/>
              </a:rPr>
              <a:t>)</a:t>
            </a:r>
          </a:p>
          <a:p>
            <a:pPr marL="0" indent="0">
              <a:buClr>
                <a:srgbClr val="8AD0D6"/>
              </a:buClr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50546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50034-B3AD-F41D-ED31-34D52266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A7660-8ED5-1CBA-90A6-A5CCE7C38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6078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B-Post-</a:t>
            </a:r>
            <a:r>
              <a:rPr lang="en-US" dirty="0" err="1">
                <a:ea typeface="+mj-lt"/>
                <a:cs typeface="+mj-lt"/>
              </a:rPr>
              <a:t>élagage</a:t>
            </a:r>
            <a:r>
              <a:rPr lang="en-US" dirty="0">
                <a:ea typeface="+mj-lt"/>
                <a:cs typeface="+mj-lt"/>
              </a:rPr>
              <a:t> (post-pruning):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3463-6011-06DA-D8FA-E6F335AD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7183"/>
            <a:ext cx="8946541" cy="113310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On </a:t>
            </a:r>
            <a:r>
              <a:rPr lang="en-US" sz="3200" dirty="0" err="1">
                <a:ea typeface="+mj-lt"/>
                <a:cs typeface="+mj-lt"/>
              </a:rPr>
              <a:t>construit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d’abord</a:t>
            </a:r>
            <a:r>
              <a:rPr lang="en-US" sz="3200" dirty="0">
                <a:ea typeface="+mj-lt"/>
                <a:cs typeface="+mj-lt"/>
              </a:rPr>
              <a:t> un </a:t>
            </a:r>
            <a:r>
              <a:rPr lang="en-US" sz="3200" dirty="0" err="1">
                <a:ea typeface="+mj-lt"/>
                <a:cs typeface="+mj-lt"/>
              </a:rPr>
              <a:t>arbre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complet</a:t>
            </a:r>
            <a:r>
              <a:rPr lang="en-US" sz="3200" dirty="0">
                <a:ea typeface="+mj-lt"/>
                <a:cs typeface="+mj-lt"/>
              </a:rPr>
              <a:t> (qui </a:t>
            </a:r>
            <a:r>
              <a:rPr lang="en-US" sz="3200" dirty="0" err="1">
                <a:ea typeface="+mj-lt"/>
                <a:cs typeface="+mj-lt"/>
              </a:rPr>
              <a:t>peut</a:t>
            </a:r>
            <a:r>
              <a:rPr lang="en-US" sz="3200" dirty="0">
                <a:ea typeface="+mj-lt"/>
                <a:cs typeface="+mj-lt"/>
              </a:rPr>
              <a:t> sur-</a:t>
            </a:r>
            <a:r>
              <a:rPr lang="en-US" sz="3200" dirty="0" err="1">
                <a:ea typeface="+mj-lt"/>
                <a:cs typeface="+mj-lt"/>
              </a:rPr>
              <a:t>apprendre</a:t>
            </a:r>
            <a:r>
              <a:rPr lang="en-US" sz="3200" dirty="0">
                <a:ea typeface="+mj-lt"/>
                <a:cs typeface="+mj-lt"/>
              </a:rPr>
              <a:t>), </a:t>
            </a:r>
            <a:r>
              <a:rPr lang="en-US" sz="3200" dirty="0" err="1">
                <a:ea typeface="+mj-lt"/>
                <a:cs typeface="+mj-lt"/>
              </a:rPr>
              <a:t>puis</a:t>
            </a:r>
            <a:r>
              <a:rPr lang="en-US" sz="3200" dirty="0">
                <a:ea typeface="+mj-lt"/>
                <a:cs typeface="+mj-lt"/>
              </a:rPr>
              <a:t> on </a:t>
            </a:r>
            <a:r>
              <a:rPr lang="en-US" sz="3200" dirty="0" err="1">
                <a:ea typeface="+mj-lt"/>
                <a:cs typeface="+mj-lt"/>
              </a:rPr>
              <a:t>simplifie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en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supprimant</a:t>
            </a:r>
            <a:r>
              <a:rPr lang="en-US" sz="3200" dirty="0">
                <a:ea typeface="+mj-lt"/>
                <a:cs typeface="+mj-lt"/>
              </a:rPr>
              <a:t> des branches </a:t>
            </a:r>
            <a:r>
              <a:rPr lang="en-US" sz="3200" dirty="0" err="1">
                <a:ea typeface="+mj-lt"/>
                <a:cs typeface="+mj-lt"/>
              </a:rPr>
              <a:t>inutiles</a:t>
            </a:r>
            <a:r>
              <a:rPr lang="en-US" sz="3200" dirty="0">
                <a:ea typeface="+mj-lt"/>
                <a:cs typeface="+mj-lt"/>
              </a:rPr>
              <a:t>.</a:t>
            </a:r>
            <a:endParaRPr lang="en-US" dirty="0"/>
          </a:p>
          <a:p>
            <a:pPr>
              <a:buNone/>
            </a:pPr>
            <a:r>
              <a:rPr lang="en-US" sz="3200" dirty="0">
                <a:ea typeface="+mj-lt"/>
                <a:cs typeface="+mj-lt"/>
              </a:rPr>
              <a:t>Comment ?</a:t>
            </a:r>
            <a:endParaRPr lang="en-US" dirty="0"/>
          </a:p>
          <a:p>
            <a:pPr marL="0" indent="0">
              <a:buNone/>
            </a:pPr>
            <a:r>
              <a:rPr lang="en-US" sz="3200" dirty="0">
                <a:ea typeface="+mj-lt"/>
                <a:cs typeface="+mj-lt"/>
              </a:rPr>
              <a:t>Une </a:t>
            </a:r>
            <a:r>
              <a:rPr lang="en-US" sz="3200" dirty="0" err="1">
                <a:ea typeface="+mj-lt"/>
                <a:cs typeface="+mj-lt"/>
              </a:rPr>
              <a:t>fois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l’arbre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terminé</a:t>
            </a:r>
            <a:r>
              <a:rPr lang="en-US" sz="3200" dirty="0">
                <a:ea typeface="+mj-lt"/>
                <a:cs typeface="+mj-lt"/>
              </a:rPr>
              <a:t>, on teste </a:t>
            </a:r>
            <a:r>
              <a:rPr lang="en-US" sz="3200" dirty="0" err="1">
                <a:ea typeface="+mj-lt"/>
                <a:cs typeface="+mj-lt"/>
              </a:rPr>
              <a:t>chaque</a:t>
            </a:r>
            <a:r>
              <a:rPr lang="en-US" sz="3200" dirty="0">
                <a:ea typeface="+mj-lt"/>
                <a:cs typeface="+mj-lt"/>
              </a:rPr>
              <a:t>  sous-</a:t>
            </a:r>
            <a:r>
              <a:rPr lang="en-US" sz="3200" dirty="0" err="1">
                <a:ea typeface="+mj-lt"/>
                <a:cs typeface="+mj-lt"/>
              </a:rPr>
              <a:t>arbre</a:t>
            </a:r>
            <a:r>
              <a:rPr lang="en-US" sz="3200" dirty="0">
                <a:ea typeface="+mj-lt"/>
                <a:cs typeface="+mj-lt"/>
              </a:rPr>
              <a:t> :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Est-</a:t>
            </a:r>
            <a:r>
              <a:rPr lang="en-US" sz="3200" dirty="0" err="1">
                <a:ea typeface="+mj-lt"/>
                <a:cs typeface="+mj-lt"/>
              </a:rPr>
              <a:t>ce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qu’il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améliore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vraiment</a:t>
            </a:r>
            <a:r>
              <a:rPr lang="en-US" sz="3200" dirty="0">
                <a:ea typeface="+mj-lt"/>
                <a:cs typeface="+mj-lt"/>
              </a:rPr>
              <a:t> la </a:t>
            </a:r>
            <a:r>
              <a:rPr lang="en-US" sz="3200" dirty="0" err="1">
                <a:ea typeface="+mj-lt"/>
                <a:cs typeface="+mj-lt"/>
              </a:rPr>
              <a:t>précision</a:t>
            </a:r>
            <a:r>
              <a:rPr lang="en-US" sz="3200" dirty="0">
                <a:ea typeface="+mj-lt"/>
                <a:cs typeface="+mj-lt"/>
              </a:rPr>
              <a:t> sur des données de validation ?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sz="3200" dirty="0">
                <a:ea typeface="+mj-lt"/>
                <a:cs typeface="+mj-lt"/>
              </a:rPr>
              <a:t>Si non, on le </a:t>
            </a:r>
            <a:r>
              <a:rPr lang="en-US" sz="3200" dirty="0" err="1">
                <a:ea typeface="+mj-lt"/>
                <a:cs typeface="+mj-lt"/>
              </a:rPr>
              <a:t>remplace</a:t>
            </a:r>
            <a:r>
              <a:rPr lang="en-US" sz="3200" dirty="0">
                <a:ea typeface="+mj-lt"/>
                <a:cs typeface="+mj-lt"/>
              </a:rPr>
              <a:t> par </a:t>
            </a:r>
            <a:r>
              <a:rPr lang="en-US" sz="3200" dirty="0" err="1">
                <a:ea typeface="+mj-lt"/>
                <a:cs typeface="+mj-lt"/>
              </a:rPr>
              <a:t>une</a:t>
            </a:r>
            <a:r>
              <a:rPr lang="en-US" sz="3200" dirty="0">
                <a:ea typeface="+mj-lt"/>
                <a:cs typeface="+mj-lt"/>
              </a:rPr>
              <a:t> </a:t>
            </a:r>
            <a:r>
              <a:rPr lang="en-US" sz="3200" dirty="0" err="1">
                <a:ea typeface="+mj-lt"/>
                <a:cs typeface="+mj-lt"/>
              </a:rPr>
              <a:t>feuille</a:t>
            </a:r>
          </a:p>
        </p:txBody>
      </p:sp>
    </p:spTree>
    <p:extLst>
      <p:ext uri="{BB962C8B-B14F-4D97-AF65-F5344CB8AC3E}">
        <p14:creationId xmlns:p14="http://schemas.microsoft.com/office/powerpoint/2010/main" val="2870015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D805-254E-56A5-F874-FF015F91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792D-3950-6288-D4CD-BECA2612B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168" y="2350529"/>
            <a:ext cx="9404723" cy="1400530"/>
          </a:xfrm>
        </p:spPr>
        <p:txBody>
          <a:bodyPr/>
          <a:lstStyle/>
          <a:p>
            <a:r>
              <a:rPr lang="en-US" dirty="0"/>
              <a:t>6-mesure </a:t>
            </a:r>
            <a:r>
              <a:rPr lang="en-US" err="1"/>
              <a:t>d'incertude</a:t>
            </a:r>
            <a:r>
              <a:rPr lang="en-US" dirty="0"/>
              <a:t>(</a:t>
            </a:r>
            <a:r>
              <a:rPr lang="en-US" err="1"/>
              <a:t>entropie</a:t>
            </a:r>
            <a:r>
              <a:rPr lang="en-US" dirty="0"/>
              <a:t>):</a:t>
            </a:r>
            <a:r>
              <a:rPr lang="en-US" sz="2000" dirty="0">
                <a:ea typeface="+mj-lt"/>
                <a:cs typeface="+mj-lt"/>
              </a:rPr>
              <a:t>La </a:t>
            </a:r>
            <a:r>
              <a:rPr lang="en-US" sz="2000" err="1">
                <a:ea typeface="+mj-lt"/>
                <a:cs typeface="+mj-lt"/>
              </a:rPr>
              <a:t>mesure</a:t>
            </a:r>
            <a:r>
              <a:rPr lang="en-US" sz="2000" dirty="0">
                <a:ea typeface="+mj-lt"/>
                <a:cs typeface="+mj-lt"/>
              </a:rPr>
              <a:t> de </a:t>
            </a:r>
            <a:r>
              <a:rPr lang="en-US" sz="2000" err="1">
                <a:ea typeface="+mj-lt"/>
                <a:cs typeface="+mj-lt"/>
              </a:rPr>
              <a:t>l'incertitude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est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une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évaluation</a:t>
            </a:r>
            <a:r>
              <a:rPr lang="en-US" sz="2000" dirty="0">
                <a:ea typeface="+mj-lt"/>
                <a:cs typeface="+mj-lt"/>
              </a:rPr>
              <a:t> quantitative de la </a:t>
            </a:r>
            <a:r>
              <a:rPr lang="en-US" sz="2000" err="1">
                <a:ea typeface="+mj-lt"/>
                <a:cs typeface="+mj-lt"/>
              </a:rPr>
              <a:t>variabilité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ou</a:t>
            </a:r>
            <a:r>
              <a:rPr lang="en-US" sz="2000" dirty="0">
                <a:ea typeface="+mj-lt"/>
                <a:cs typeface="+mj-lt"/>
              </a:rPr>
              <a:t> de </a:t>
            </a:r>
            <a:r>
              <a:rPr lang="en-US" sz="2000" err="1">
                <a:ea typeface="+mj-lt"/>
                <a:cs typeface="+mj-lt"/>
              </a:rPr>
              <a:t>l'imprécision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associée</a:t>
            </a:r>
            <a:r>
              <a:rPr lang="en-US" sz="2000" dirty="0">
                <a:ea typeface="+mj-lt"/>
                <a:cs typeface="+mj-lt"/>
              </a:rPr>
              <a:t> à </a:t>
            </a:r>
            <a:r>
              <a:rPr lang="en-US" sz="2000" err="1">
                <a:ea typeface="+mj-lt"/>
                <a:cs typeface="+mj-lt"/>
              </a:rPr>
              <a:t>une</a:t>
            </a:r>
            <a:r>
              <a:rPr lang="en-US" sz="2000" dirty="0">
                <a:ea typeface="+mj-lt"/>
                <a:cs typeface="+mj-lt"/>
              </a:rPr>
              <a:t> variable </a:t>
            </a:r>
            <a:r>
              <a:rPr lang="en-US" sz="2000" err="1">
                <a:ea typeface="+mj-lt"/>
                <a:cs typeface="+mj-lt"/>
              </a:rPr>
              <a:t>aléatoire</a:t>
            </a:r>
            <a:r>
              <a:rPr lang="en-US" sz="2000" dirty="0">
                <a:ea typeface="+mj-lt"/>
                <a:cs typeface="+mj-lt"/>
              </a:rPr>
              <a:t> </a:t>
            </a:r>
            <a:r>
              <a:rPr lang="en-US" sz="2000" err="1">
                <a:ea typeface="+mj-lt"/>
                <a:cs typeface="+mj-lt"/>
              </a:rPr>
              <a:t>ou</a:t>
            </a:r>
            <a:r>
              <a:rPr lang="en-US" sz="2000" dirty="0">
                <a:ea typeface="+mj-lt"/>
                <a:cs typeface="+mj-lt"/>
              </a:rPr>
              <a:t> à </a:t>
            </a:r>
            <a:r>
              <a:rPr lang="en-US" sz="2000" err="1">
                <a:ea typeface="+mj-lt"/>
                <a:cs typeface="+mj-lt"/>
              </a:rPr>
              <a:t>une</a:t>
            </a:r>
            <a:r>
              <a:rPr lang="en-US" sz="2000" dirty="0">
                <a:ea typeface="+mj-lt"/>
                <a:cs typeface="+mj-lt"/>
              </a:rPr>
              <a:t> distribution de données.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17472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F5DD-B0A5-0F7B-58C8-935FDDA7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032C-2B19-DB6E-4C55-A1DEBA71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6078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A-</a:t>
            </a:r>
            <a:r>
              <a:rPr lang="en-US" dirty="0" err="1">
                <a:ea typeface="+mj-lt"/>
                <a:cs typeface="+mj-lt"/>
              </a:rPr>
              <a:t>incertude</a:t>
            </a:r>
            <a:r>
              <a:rPr lang="en-US" dirty="0">
                <a:ea typeface="+mj-lt"/>
                <a:cs typeface="+mj-lt"/>
              </a:rPr>
              <a:t> de </a:t>
            </a:r>
            <a:r>
              <a:rPr lang="en-US" dirty="0" err="1">
                <a:ea typeface="+mj-lt"/>
                <a:cs typeface="+mj-lt"/>
              </a:rPr>
              <a:t>l'ensemble</a:t>
            </a:r>
            <a:r>
              <a:rPr lang="en-US" dirty="0">
                <a:ea typeface="+mj-lt"/>
                <a:cs typeface="+mj-lt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82C34-7446-E5F7-D6EE-0BC78C201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91560"/>
            <a:ext cx="8946541" cy="35197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3200" dirty="0"/>
          </a:p>
          <a:p>
            <a:pPr>
              <a:buClr>
                <a:srgbClr val="8AD0D6"/>
              </a:buClr>
            </a:pPr>
            <a:r>
              <a:rPr lang="en-US" dirty="0" err="1">
                <a:ea typeface="+mj-lt"/>
                <a:cs typeface="+mj-lt"/>
              </a:rPr>
              <a:t>Soit</a:t>
            </a:r>
            <a:r>
              <a:rPr lang="en-US" dirty="0">
                <a:ea typeface="+mj-lt"/>
                <a:cs typeface="+mj-lt"/>
              </a:rPr>
              <a:t> deux </a:t>
            </a:r>
            <a:r>
              <a:rPr lang="en-US" dirty="0" err="1">
                <a:ea typeface="+mj-lt"/>
                <a:cs typeface="+mj-lt"/>
              </a:rPr>
              <a:t>classe</a:t>
            </a:r>
            <a:r>
              <a:rPr lang="en-US" dirty="0">
                <a:ea typeface="+mj-lt"/>
                <a:cs typeface="+mj-lt"/>
              </a:rPr>
              <a:t> P et N et S un ensemble avec n instance de et p </a:t>
            </a:r>
            <a:r>
              <a:rPr lang="en-US" dirty="0" err="1">
                <a:ea typeface="+mj-lt"/>
                <a:cs typeface="+mj-lt"/>
              </a:rPr>
              <a:t>insatnce</a:t>
            </a:r>
            <a:r>
              <a:rPr lang="en-US" dirty="0">
                <a:ea typeface="+mj-lt"/>
                <a:cs typeface="+mj-lt"/>
              </a:rPr>
              <a:t> de P</a:t>
            </a:r>
          </a:p>
          <a:p>
            <a:pPr>
              <a:buClr>
                <a:srgbClr val="8AD0D6"/>
              </a:buClr>
            </a:pPr>
            <a:r>
              <a:rPr lang="en-US" err="1">
                <a:ea typeface="+mj-lt"/>
                <a:cs typeface="+mj-lt"/>
              </a:rPr>
              <a:t>L’information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nécessaire</a:t>
            </a:r>
            <a:r>
              <a:rPr lang="en-US" dirty="0">
                <a:ea typeface="+mj-lt"/>
                <a:cs typeface="+mj-lt"/>
              </a:rPr>
              <a:t> pour </a:t>
            </a:r>
            <a:r>
              <a:rPr lang="en-US" err="1">
                <a:ea typeface="+mj-lt"/>
                <a:cs typeface="+mj-lt"/>
              </a:rPr>
              <a:t>déterminer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une</a:t>
            </a:r>
            <a:r>
              <a:rPr lang="en-US" dirty="0">
                <a:ea typeface="+mj-lt"/>
                <a:cs typeface="+mj-lt"/>
              </a:rPr>
              <a:t> instance </a:t>
            </a:r>
            <a:r>
              <a:rPr lang="en-US" err="1">
                <a:ea typeface="+mj-lt"/>
                <a:cs typeface="+mj-lt"/>
              </a:rPr>
              <a:t>prise</a:t>
            </a:r>
            <a:r>
              <a:rPr lang="en-US" dirty="0">
                <a:ea typeface="+mj-lt"/>
                <a:cs typeface="+mj-lt"/>
              </a:rPr>
              <a:t> au </a:t>
            </a:r>
            <a:r>
              <a:rPr lang="en-US" err="1">
                <a:ea typeface="+mj-lt"/>
                <a:cs typeface="+mj-lt"/>
              </a:rPr>
              <a:t>hasard</a:t>
            </a:r>
            <a:r>
              <a:rPr lang="en-US" dirty="0">
                <a:ea typeface="+mj-lt"/>
                <a:cs typeface="+mj-lt"/>
              </a:rPr>
              <a:t> fait </a:t>
            </a:r>
            <a:r>
              <a:rPr lang="en-US" err="1">
                <a:ea typeface="+mj-lt"/>
                <a:cs typeface="+mj-lt"/>
              </a:rPr>
              <a:t>partie</a:t>
            </a:r>
            <a:r>
              <a:rPr lang="en-US" dirty="0">
                <a:ea typeface="+mj-lt"/>
                <a:cs typeface="+mj-lt"/>
              </a:rPr>
              <a:t> de P </a:t>
            </a:r>
            <a:r>
              <a:rPr lang="en-US" err="1">
                <a:ea typeface="+mj-lt"/>
                <a:cs typeface="+mj-lt"/>
              </a:rPr>
              <a:t>ou</a:t>
            </a:r>
            <a:r>
              <a:rPr lang="en-US" dirty="0">
                <a:ea typeface="+mj-lt"/>
                <a:cs typeface="+mj-lt"/>
              </a:rPr>
              <a:t> N </a:t>
            </a:r>
            <a:r>
              <a:rPr lang="en-US" err="1">
                <a:ea typeface="+mj-lt"/>
                <a:cs typeface="+mj-lt"/>
              </a:rPr>
              <a:t>est</a:t>
            </a:r>
            <a:r>
              <a:rPr lang="en-US" dirty="0">
                <a:ea typeface="+mj-lt"/>
                <a:cs typeface="+mj-lt"/>
              </a:rPr>
              <a:t> :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dirty="0"/>
              <a:t>    </a:t>
            </a:r>
          </a:p>
        </p:txBody>
      </p:sp>
      <p:pic>
        <p:nvPicPr>
          <p:cNvPr id="4" name="Picture 3" descr="A yellow background with black letters&#10;&#10;AI-generated content may be incorrect.">
            <a:extLst>
              <a:ext uri="{FF2B5EF4-FFF2-40B4-BE49-F238E27FC236}">
                <a16:creationId xmlns:a16="http://schemas.microsoft.com/office/drawing/2014/main" id="{4D2FF6BF-E485-F944-DBCD-15AFF6E45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742" y="3636933"/>
            <a:ext cx="417195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07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388A-412E-3532-D13C-12C10E676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C6C2-7E6F-DFE2-178B-BA2FF8E7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6078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B-</a:t>
            </a:r>
            <a:r>
              <a:rPr lang="en-US" dirty="0" err="1">
                <a:ea typeface="+mj-lt"/>
                <a:cs typeface="+mj-lt"/>
              </a:rPr>
              <a:t>incertude</a:t>
            </a:r>
            <a:r>
              <a:rPr lang="en-US" dirty="0">
                <a:ea typeface="+mj-lt"/>
                <a:cs typeface="+mj-lt"/>
              </a:rPr>
              <a:t> de sous ensemble: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FC8E6-0295-42CD-424E-94DA238EC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274" y="1492202"/>
            <a:ext cx="8946541" cy="491434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3200" dirty="0"/>
          </a:p>
          <a:p>
            <a:pPr>
              <a:buClr>
                <a:srgbClr val="8AD0D6"/>
              </a:buClr>
            </a:pPr>
            <a:r>
              <a:rPr lang="en-US" err="1">
                <a:ea typeface="+mj-lt"/>
                <a:cs typeface="+mj-lt"/>
              </a:rPr>
              <a:t>Soient</a:t>
            </a:r>
            <a:r>
              <a:rPr lang="en-US" dirty="0">
                <a:ea typeface="+mj-lt"/>
                <a:cs typeface="+mj-lt"/>
              </a:rPr>
              <a:t> les ensembles {S1, , S2 , …, , …, S v} formant </a:t>
            </a:r>
            <a:r>
              <a:rPr lang="en-US" err="1">
                <a:ea typeface="+mj-lt"/>
                <a:cs typeface="+mj-lt"/>
              </a:rPr>
              <a:t>une</a:t>
            </a:r>
            <a:r>
              <a:rPr lang="en-US" dirty="0">
                <a:ea typeface="+mj-lt"/>
                <a:cs typeface="+mj-lt"/>
              </a:rPr>
              <a:t> partition de </a:t>
            </a:r>
            <a:r>
              <a:rPr lang="en-US" err="1">
                <a:ea typeface="+mj-lt"/>
                <a:cs typeface="+mj-lt"/>
              </a:rPr>
              <a:t>l’ensembles</a:t>
            </a:r>
            <a:r>
              <a:rPr lang="en-US" dirty="0">
                <a:ea typeface="+mj-lt"/>
                <a:cs typeface="+mj-lt"/>
              </a:rPr>
              <a:t> S ,  </a:t>
            </a:r>
            <a:r>
              <a:rPr lang="en-US" err="1">
                <a:ea typeface="+mj-lt"/>
                <a:cs typeface="+mj-lt"/>
              </a:rPr>
              <a:t>en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utilisant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l’attribut</a:t>
            </a:r>
            <a:r>
              <a:rPr lang="en-US" dirty="0">
                <a:ea typeface="+mj-lt"/>
                <a:cs typeface="+mj-lt"/>
              </a:rPr>
              <a:t> A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Tous sous ensemble  Si de S  </a:t>
            </a:r>
            <a:r>
              <a:rPr lang="en-US" err="1">
                <a:ea typeface="+mj-lt"/>
                <a:cs typeface="+mj-lt"/>
              </a:rPr>
              <a:t>contient</a:t>
            </a:r>
            <a:r>
              <a:rPr lang="en-US" dirty="0">
                <a:ea typeface="+mj-lt"/>
                <a:cs typeface="+mj-lt"/>
              </a:rPr>
              <a:t> pi instances de P et </a:t>
            </a:r>
            <a:r>
              <a:rPr lang="en-US" err="1">
                <a:ea typeface="+mj-lt"/>
                <a:cs typeface="+mj-lt"/>
              </a:rPr>
              <a:t>ni</a:t>
            </a:r>
            <a:r>
              <a:rPr lang="en-US" dirty="0">
                <a:ea typeface="+mj-lt"/>
                <a:cs typeface="+mj-lt"/>
              </a:rPr>
              <a:t> instances de N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 err="1">
                <a:ea typeface="+mj-lt"/>
                <a:cs typeface="+mj-lt"/>
              </a:rPr>
              <a:t>l’information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nécessaire</a:t>
            </a:r>
            <a:r>
              <a:rPr lang="en-US" dirty="0">
                <a:ea typeface="+mj-lt"/>
                <a:cs typeface="+mj-lt"/>
              </a:rPr>
              <a:t> pour classifier les instances </a:t>
            </a:r>
            <a:r>
              <a:rPr lang="en-US" dirty="0" err="1">
                <a:ea typeface="+mj-lt"/>
                <a:cs typeface="+mj-lt"/>
              </a:rPr>
              <a:t>dansl</a:t>
            </a:r>
            <a:r>
              <a:rPr lang="en-US" dirty="0">
                <a:ea typeface="+mj-lt"/>
                <a:cs typeface="+mj-lt"/>
              </a:rPr>
              <a:t> es sous-</a:t>
            </a:r>
            <a:r>
              <a:rPr lang="en-US" dirty="0" err="1">
                <a:ea typeface="+mj-lt"/>
                <a:cs typeface="+mj-lt"/>
              </a:rPr>
              <a:t>arbres</a:t>
            </a:r>
            <a:r>
              <a:rPr lang="en-US" dirty="0">
                <a:ea typeface="+mj-lt"/>
                <a:cs typeface="+mj-lt"/>
              </a:rPr>
              <a:t>   Si </a:t>
            </a:r>
            <a:r>
              <a:rPr lang="en-US" dirty="0" err="1">
                <a:ea typeface="+mj-lt"/>
                <a:cs typeface="+mj-lt"/>
              </a:rPr>
              <a:t>est</a:t>
            </a:r>
            <a:r>
              <a:rPr lang="en-US" dirty="0">
                <a:ea typeface="+mj-lt"/>
                <a:cs typeface="+mj-lt"/>
              </a:rPr>
              <a:t>:</a:t>
            </a: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Le gain </a:t>
            </a:r>
            <a:r>
              <a:rPr lang="en-US" dirty="0" err="1">
                <a:ea typeface="+mj-lt"/>
                <a:cs typeface="+mj-lt"/>
              </a:rPr>
              <a:t>d’informationpar</a:t>
            </a:r>
            <a:r>
              <a:rPr lang="en-US" dirty="0">
                <a:ea typeface="+mj-lt"/>
                <a:cs typeface="+mj-lt"/>
              </a:rPr>
              <a:t> rapport au </a:t>
            </a:r>
            <a:r>
              <a:rPr lang="en-US" dirty="0" err="1">
                <a:ea typeface="+mj-lt"/>
                <a:cs typeface="+mj-lt"/>
              </a:rPr>
              <a:t>branchement</a:t>
            </a:r>
            <a:r>
              <a:rPr lang="en-US" dirty="0">
                <a:ea typeface="+mj-lt"/>
                <a:cs typeface="+mj-lt"/>
              </a:rPr>
              <a:t> sur A </a:t>
            </a:r>
            <a:r>
              <a:rPr lang="en-US" dirty="0" err="1">
                <a:ea typeface="+mj-lt"/>
                <a:cs typeface="+mj-lt"/>
              </a:rPr>
              <a:t>est</a:t>
            </a:r>
            <a:r>
              <a:rPr lang="en-US" dirty="0">
                <a:ea typeface="+mj-lt"/>
                <a:cs typeface="+mj-lt"/>
              </a:rPr>
              <a:t> :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 err="1"/>
              <a:t>Objetif:minimisier</a:t>
            </a:r>
            <a:r>
              <a:rPr lang="en-US" dirty="0"/>
              <a:t> </a:t>
            </a:r>
            <a:r>
              <a:rPr lang="en-US" dirty="0" err="1"/>
              <a:t>linformation</a:t>
            </a:r>
            <a:r>
              <a:rPr lang="en-US" dirty="0"/>
              <a:t> </a:t>
            </a:r>
            <a:r>
              <a:rPr lang="en-US" dirty="0" err="1"/>
              <a:t>necesaire</a:t>
            </a:r>
            <a:r>
              <a:rPr lang="en-US" dirty="0"/>
              <a:t> </a:t>
            </a:r>
            <a:r>
              <a:rPr lang="en-US" dirty="0" err="1"/>
              <a:t>donc</a:t>
            </a:r>
            <a:r>
              <a:rPr lang="en-US" dirty="0"/>
              <a:t> il faut </a:t>
            </a:r>
            <a:r>
              <a:rPr lang="en-US" dirty="0" err="1"/>
              <a:t>choisir</a:t>
            </a:r>
            <a:r>
              <a:rPr lang="en-US" dirty="0"/>
              <a:t> </a:t>
            </a:r>
            <a:r>
              <a:rPr lang="en-US" dirty="0" err="1">
                <a:ea typeface="+mj-lt"/>
                <a:cs typeface="+mj-lt"/>
              </a:rPr>
              <a:t>Choisir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l’attributqui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maximisele</a:t>
            </a:r>
            <a:r>
              <a:rPr lang="en-US" dirty="0">
                <a:ea typeface="+mj-lt"/>
                <a:cs typeface="+mj-lt"/>
              </a:rPr>
              <a:t> gain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dirty="0"/>
              <a:t>  </a:t>
            </a:r>
          </a:p>
          <a:p>
            <a:pPr marL="0" indent="0">
              <a:buClr>
                <a:srgbClr val="8AD0D6"/>
              </a:buClr>
              <a:buNone/>
            </a:pP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 marL="0" indent="0">
              <a:buClr>
                <a:srgbClr val="8AD0D6"/>
              </a:buClr>
              <a:buNone/>
            </a:pPr>
            <a:r>
              <a:rPr lang="en-US" dirty="0"/>
              <a:t>    </a:t>
            </a:r>
          </a:p>
        </p:txBody>
      </p:sp>
      <p:pic>
        <p:nvPicPr>
          <p:cNvPr id="6" name="Picture 5" descr="A yellow background with black letters&#10;&#10;AI-generated content may be incorrect.">
            <a:extLst>
              <a:ext uri="{FF2B5EF4-FFF2-40B4-BE49-F238E27FC236}">
                <a16:creationId xmlns:a16="http://schemas.microsoft.com/office/drawing/2014/main" id="{E7EE0F62-1FA4-822A-4E2C-08149587D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402" y="4154517"/>
            <a:ext cx="4171950" cy="590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39888A-925A-5DD4-B17C-833FA365B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454" y="5332472"/>
            <a:ext cx="256222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14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Ion</vt:lpstr>
      <vt:lpstr>Arbre de decision</vt:lpstr>
      <vt:lpstr>Etape:</vt:lpstr>
      <vt:lpstr>3-generilisation de l'arbre de decision</vt:lpstr>
      <vt:lpstr>A-Depart:toutes les instances sont à la racine:</vt:lpstr>
      <vt:lpstr>B-Choisir un attribut + split (test de séparation):</vt:lpstr>
      <vt:lpstr>C-Partitionner les données:</vt:lpstr>
      <vt:lpstr>D-Traiter chaque nœud fils récursivement:</vt:lpstr>
      <vt:lpstr>E.Arrêter quand on arrive à un nœud terminal:</vt:lpstr>
      <vt:lpstr>F. Étiqueter le nœud terminal</vt:lpstr>
      <vt:lpstr>G-Exemple:</vt:lpstr>
      <vt:lpstr>K-solution:</vt:lpstr>
      <vt:lpstr>4-elaguer l'arbre obtenue:Élaguer un arbre de décision (en anglais pruning) consiste à réduire sa taille en supprimant certaines branches ou nœuds peu pertinents, souvent pour améliorer la généralisation</vt:lpstr>
      <vt:lpstr>A-Pourquoi élaguer un arbre de décision ?</vt:lpstr>
      <vt:lpstr>B-Qu’est-ce que le sur-apprentissage ?</vt:lpstr>
      <vt:lpstr>PowerPoint Presentation</vt:lpstr>
      <vt:lpstr>C-Comment réduire ce sur-apprentissage ?</vt:lpstr>
      <vt:lpstr>D-Que se passe-t-il quand on élague ?</vt:lpstr>
      <vt:lpstr>PowerPoint Presentation</vt:lpstr>
      <vt:lpstr>PowerPoint Presentation</vt:lpstr>
      <vt:lpstr>5-comment on faire elaguation de larbre:</vt:lpstr>
      <vt:lpstr>A-Pré-élagage (pre-pruning):</vt:lpstr>
      <vt:lpstr>B-Post-élagage (post-pruning):</vt:lpstr>
      <vt:lpstr>6-mesure d'incertude(entropie):La mesure de l'incertitude est une évaluation quantitative de la variabilité ou de l'imprécision associée à une variable aléatoire ou à une distribution de données.</vt:lpstr>
      <vt:lpstr>A-incertude de l'ensemble:</vt:lpstr>
      <vt:lpstr>B-incertude de sous ensemble: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576</cp:revision>
  <dcterms:created xsi:type="dcterms:W3CDTF">2025-06-02T20:27:57Z</dcterms:created>
  <dcterms:modified xsi:type="dcterms:W3CDTF">2025-06-03T22:09:31Z</dcterms:modified>
</cp:coreProperties>
</file>